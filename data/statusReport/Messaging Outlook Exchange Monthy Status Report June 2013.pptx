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9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10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theme/theme15.xml" ContentType="application/vnd.openxmlformats-officedocument.theme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theme/theme16.xml" ContentType="application/vnd.openxmlformats-officedocument.theme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theme/theme17.xml" ContentType="application/vnd.openxmlformats-officedocument.theme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8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theme/theme19.xml" ContentType="application/vnd.openxmlformats-officedocument.theme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theme/theme20.xml" ContentType="application/vnd.openxmlformats-officedocument.theme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theme/theme21.xml" ContentType="application/vnd.openxmlformats-officedocument.theme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theme/theme22.xml" ContentType="application/vnd.openxmlformats-officedocument.theme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theme/theme23.xml" ContentType="application/vnd.openxmlformats-officedocument.theme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theme/theme24.xml" ContentType="application/vnd.openxmlformats-officedocument.theme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theme/theme25.xml" ContentType="application/vnd.openxmlformats-officedocument.theme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theme/theme26.xml" ContentType="application/vnd.openxmlformats-officedocument.theme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theme/theme27.xml" ContentType="application/vnd.openxmlformats-officedocument.theme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theme/theme28.xml" ContentType="application/vnd.openxmlformats-officedocument.theme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theme/theme29.xml" ContentType="application/vnd.openxmlformats-officedocument.theme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theme/theme30.xml" ContentType="application/vnd.openxmlformats-officedocument.theme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theme/theme31.xml" ContentType="application/vnd.openxmlformats-officedocument.theme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theme/theme32.xml" ContentType="application/vnd.openxmlformats-officedocument.theme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0.xml" ContentType="application/vnd.openxmlformats-officedocument.presentationml.slideLayout+xml"/>
  <Override PartName="/ppt/theme/theme33.xml" ContentType="application/vnd.openxmlformats-officedocument.theme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550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Layouts/slideLayout556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slideLayouts/slideLayout559.xml" ContentType="application/vnd.openxmlformats-officedocument.presentationml.slideLayout+xml"/>
  <Override PartName="/ppt/slideLayouts/slideLayout560.xml" ContentType="application/vnd.openxmlformats-officedocument.presentationml.slideLayout+xml"/>
  <Override PartName="/ppt/slideLayouts/slideLayout561.xml" ContentType="application/vnd.openxmlformats-officedocument.presentationml.slideLayout+xml"/>
  <Override PartName="/ppt/slideLayouts/slideLayout562.xml" ContentType="application/vnd.openxmlformats-officedocument.presentationml.slideLayout+xml"/>
  <Override PartName="/ppt/slideLayouts/slideLayout563.xml" ContentType="application/vnd.openxmlformats-officedocument.presentationml.slideLayout+xml"/>
  <Override PartName="/ppt/slideLayouts/slideLayout564.xml" ContentType="application/vnd.openxmlformats-officedocument.presentationml.slideLayout+xml"/>
  <Override PartName="/ppt/theme/theme34.xml" ContentType="application/vnd.openxmlformats-officedocument.theme+xml"/>
  <Override PartName="/ppt/slideLayouts/slideLayout565.xml" ContentType="application/vnd.openxmlformats-officedocument.presentationml.slideLayout+xml"/>
  <Override PartName="/ppt/slideLayouts/slideLayout566.xml" ContentType="application/vnd.openxmlformats-officedocument.presentationml.slideLayout+xml"/>
  <Override PartName="/ppt/slideLayouts/slideLayout567.xml" ContentType="application/vnd.openxmlformats-officedocument.presentationml.slideLayout+xml"/>
  <Override PartName="/ppt/slideLayouts/slideLayout568.xml" ContentType="application/vnd.openxmlformats-officedocument.presentationml.slideLayout+xml"/>
  <Override PartName="/ppt/slideLayouts/slideLayout569.xml" ContentType="application/vnd.openxmlformats-officedocument.presentationml.slideLayout+xml"/>
  <Override PartName="/ppt/slideLayouts/slideLayout570.xml" ContentType="application/vnd.openxmlformats-officedocument.presentationml.slideLayout+xml"/>
  <Override PartName="/ppt/slideLayouts/slideLayout571.xml" ContentType="application/vnd.openxmlformats-officedocument.presentationml.slideLayout+xml"/>
  <Override PartName="/ppt/slideLayouts/slideLayout572.xml" ContentType="application/vnd.openxmlformats-officedocument.presentationml.slideLayout+xml"/>
  <Override PartName="/ppt/slideLayouts/slideLayout573.xml" ContentType="application/vnd.openxmlformats-officedocument.presentationml.slideLayout+xml"/>
  <Override PartName="/ppt/slideLayouts/slideLayout574.xml" ContentType="application/vnd.openxmlformats-officedocument.presentationml.slideLayout+xml"/>
  <Override PartName="/ppt/slideLayouts/slideLayout575.xml" ContentType="application/vnd.openxmlformats-officedocument.presentationml.slideLayout+xml"/>
  <Override PartName="/ppt/slideLayouts/slideLayout576.xml" ContentType="application/vnd.openxmlformats-officedocument.presentationml.slideLayout+xml"/>
  <Override PartName="/ppt/slideLayouts/slideLayout577.xml" ContentType="application/vnd.openxmlformats-officedocument.presentationml.slideLayout+xml"/>
  <Override PartName="/ppt/slideLayouts/slideLayout578.xml" ContentType="application/vnd.openxmlformats-officedocument.presentationml.slideLayout+xml"/>
  <Override PartName="/ppt/slideLayouts/slideLayout579.xml" ContentType="application/vnd.openxmlformats-officedocument.presentationml.slideLayout+xml"/>
  <Override PartName="/ppt/slideLayouts/slideLayout580.xml" ContentType="application/vnd.openxmlformats-officedocument.presentationml.slideLayout+xml"/>
  <Override PartName="/ppt/slideLayouts/slideLayout581.xml" ContentType="application/vnd.openxmlformats-officedocument.presentationml.slideLayout+xml"/>
  <Override PartName="/ppt/slideLayouts/slideLayout582.xml" ContentType="application/vnd.openxmlformats-officedocument.presentationml.slideLayout+xml"/>
  <Override PartName="/ppt/slideLayouts/slideLayout583.xml" ContentType="application/vnd.openxmlformats-officedocument.presentationml.slideLayout+xml"/>
  <Override PartName="/ppt/slideLayouts/slideLayout584.xml" ContentType="application/vnd.openxmlformats-officedocument.presentationml.slideLayout+xml"/>
  <Override PartName="/ppt/slideLayouts/slideLayout585.xml" ContentType="application/vnd.openxmlformats-officedocument.presentationml.slideLayout+xml"/>
  <Override PartName="/ppt/slideLayouts/slideLayout586.xml" ContentType="application/vnd.openxmlformats-officedocument.presentationml.slideLayout+xml"/>
  <Override PartName="/ppt/slideLayouts/slideLayout587.xml" ContentType="application/vnd.openxmlformats-officedocument.presentationml.slideLayout+xml"/>
  <Override PartName="/ppt/slideLayouts/slideLayout588.xml" ContentType="application/vnd.openxmlformats-officedocument.presentationml.slideLayout+xml"/>
  <Override PartName="/ppt/theme/theme35.xml" ContentType="application/vnd.openxmlformats-officedocument.theme+xml"/>
  <Override PartName="/ppt/slideLayouts/slideLayout589.xml" ContentType="application/vnd.openxmlformats-officedocument.presentationml.slideLayout+xml"/>
  <Override PartName="/ppt/slideLayouts/slideLayout590.xml" ContentType="application/vnd.openxmlformats-officedocument.presentationml.slideLayout+xml"/>
  <Override PartName="/ppt/slideLayouts/slideLayout591.xml" ContentType="application/vnd.openxmlformats-officedocument.presentationml.slideLayout+xml"/>
  <Override PartName="/ppt/slideLayouts/slideLayout592.xml" ContentType="application/vnd.openxmlformats-officedocument.presentationml.slideLayout+xml"/>
  <Override PartName="/ppt/slideLayouts/slideLayout593.xml" ContentType="application/vnd.openxmlformats-officedocument.presentationml.slideLayout+xml"/>
  <Override PartName="/ppt/slideLayouts/slideLayout594.xml" ContentType="application/vnd.openxmlformats-officedocument.presentationml.slideLayout+xml"/>
  <Override PartName="/ppt/slideLayouts/slideLayout595.xml" ContentType="application/vnd.openxmlformats-officedocument.presentationml.slideLayout+xml"/>
  <Override PartName="/ppt/slideLayouts/slideLayout596.xml" ContentType="application/vnd.openxmlformats-officedocument.presentationml.slideLayout+xml"/>
  <Override PartName="/ppt/slideLayouts/slideLayout597.xml" ContentType="application/vnd.openxmlformats-officedocument.presentationml.slideLayout+xml"/>
  <Override PartName="/ppt/slideLayouts/slideLayout598.xml" ContentType="application/vnd.openxmlformats-officedocument.presentationml.slideLayout+xml"/>
  <Override PartName="/ppt/slideLayouts/slideLayout599.xml" ContentType="application/vnd.openxmlformats-officedocument.presentationml.slideLayout+xml"/>
  <Override PartName="/ppt/slideLayouts/slideLayout600.xml" ContentType="application/vnd.openxmlformats-officedocument.presentationml.slideLayout+xml"/>
  <Override PartName="/ppt/slideLayouts/slideLayout601.xml" ContentType="application/vnd.openxmlformats-officedocument.presentationml.slideLayout+xml"/>
  <Override PartName="/ppt/slideLayouts/slideLayout602.xml" ContentType="application/vnd.openxmlformats-officedocument.presentationml.slideLayout+xml"/>
  <Override PartName="/ppt/slideLayouts/slideLayout603.xml" ContentType="application/vnd.openxmlformats-officedocument.presentationml.slideLayout+xml"/>
  <Override PartName="/ppt/slideLayouts/slideLayout604.xml" ContentType="application/vnd.openxmlformats-officedocument.presentationml.slideLayout+xml"/>
  <Override PartName="/ppt/slideLayouts/slideLayout605.xml" ContentType="application/vnd.openxmlformats-officedocument.presentationml.slideLayout+xml"/>
  <Override PartName="/ppt/slideLayouts/slideLayout606.xml" ContentType="application/vnd.openxmlformats-officedocument.presentationml.slideLayout+xml"/>
  <Override PartName="/ppt/slideLayouts/slideLayout607.xml" ContentType="application/vnd.openxmlformats-officedocument.presentationml.slideLayout+xml"/>
  <Override PartName="/ppt/slideLayouts/slideLayout608.xml" ContentType="application/vnd.openxmlformats-officedocument.presentationml.slideLayout+xml"/>
  <Override PartName="/ppt/slideLayouts/slideLayout609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611.xml" ContentType="application/vnd.openxmlformats-officedocument.presentationml.slideLayout+xml"/>
  <Override PartName="/ppt/slideLayouts/slideLayout612.xml" ContentType="application/vnd.openxmlformats-officedocument.presentationml.slideLayout+xml"/>
  <Override PartName="/ppt/slideLayouts/slideLayout6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615.xml" ContentType="application/vnd.openxmlformats-officedocument.presentationml.slideLayout+xml"/>
  <Override PartName="/ppt/theme/theme36.xml" ContentType="application/vnd.openxmlformats-officedocument.theme+xml"/>
  <Override PartName="/ppt/slideLayouts/slideLayout616.xml" ContentType="application/vnd.openxmlformats-officedocument.presentationml.slideLayout+xml"/>
  <Override PartName="/ppt/slideLayouts/slideLayout617.xml" ContentType="application/vnd.openxmlformats-officedocument.presentationml.slideLayout+xml"/>
  <Override PartName="/ppt/slideLayouts/slideLayout618.xml" ContentType="application/vnd.openxmlformats-officedocument.presentationml.slideLayout+xml"/>
  <Override PartName="/ppt/slideLayouts/slideLayout619.xml" ContentType="application/vnd.openxmlformats-officedocument.presentationml.slideLayout+xml"/>
  <Override PartName="/ppt/slideLayouts/slideLayout620.xml" ContentType="application/vnd.openxmlformats-officedocument.presentationml.slideLayout+xml"/>
  <Override PartName="/ppt/slideLayouts/slideLayout621.xml" ContentType="application/vnd.openxmlformats-officedocument.presentationml.slideLayout+xml"/>
  <Override PartName="/ppt/slideLayouts/slideLayout622.xml" ContentType="application/vnd.openxmlformats-officedocument.presentationml.slideLayout+xml"/>
  <Override PartName="/ppt/slideLayouts/slideLayout623.xml" ContentType="application/vnd.openxmlformats-officedocument.presentationml.slideLayout+xml"/>
  <Override PartName="/ppt/slideLayouts/slideLayout624.xml" ContentType="application/vnd.openxmlformats-officedocument.presentationml.slideLayout+xml"/>
  <Override PartName="/ppt/slideLayouts/slideLayout625.xml" ContentType="application/vnd.openxmlformats-officedocument.presentationml.slideLayout+xml"/>
  <Override PartName="/ppt/slideLayouts/slideLayout626.xml" ContentType="application/vnd.openxmlformats-officedocument.presentationml.slideLayout+xml"/>
  <Override PartName="/ppt/slideLayouts/slideLayout627.xml" ContentType="application/vnd.openxmlformats-officedocument.presentationml.slideLayout+xml"/>
  <Override PartName="/ppt/slideLayouts/slideLayout628.xml" ContentType="application/vnd.openxmlformats-officedocument.presentationml.slideLayout+xml"/>
  <Override PartName="/ppt/slideLayouts/slideLayout629.xml" ContentType="application/vnd.openxmlformats-officedocument.presentationml.slideLayout+xml"/>
  <Override PartName="/ppt/slideLayouts/slideLayout630.xml" ContentType="application/vnd.openxmlformats-officedocument.presentationml.slideLayout+xml"/>
  <Override PartName="/ppt/slideLayouts/slideLayout631.xml" ContentType="application/vnd.openxmlformats-officedocument.presentationml.slideLayout+xml"/>
  <Override PartName="/ppt/slideLayouts/slideLayout632.xml" ContentType="application/vnd.openxmlformats-officedocument.presentationml.slideLayout+xml"/>
  <Override PartName="/ppt/slideLayouts/slideLayout633.xml" ContentType="application/vnd.openxmlformats-officedocument.presentationml.slideLayout+xml"/>
  <Override PartName="/ppt/slideLayouts/slideLayout634.xml" ContentType="application/vnd.openxmlformats-officedocument.presentationml.slideLayout+xml"/>
  <Override PartName="/ppt/slideLayouts/slideLayout635.xml" ContentType="application/vnd.openxmlformats-officedocument.presentationml.slideLayout+xml"/>
  <Override PartName="/ppt/slideLayouts/slideLayout636.xml" ContentType="application/vnd.openxmlformats-officedocument.presentationml.slideLayout+xml"/>
  <Override PartName="/ppt/slideLayouts/slideLayout637.xml" ContentType="application/vnd.openxmlformats-officedocument.presentationml.slideLayout+xml"/>
  <Override PartName="/ppt/slideLayouts/slideLayout638.xml" ContentType="application/vnd.openxmlformats-officedocument.presentationml.slideLayout+xml"/>
  <Override PartName="/ppt/slideLayouts/slideLayout639.xml" ContentType="application/vnd.openxmlformats-officedocument.presentationml.slideLayout+xml"/>
  <Override PartName="/ppt/theme/theme37.xml" ContentType="application/vnd.openxmlformats-officedocument.theme+xml"/>
  <Override PartName="/ppt/slideLayouts/slideLayout640.xml" ContentType="application/vnd.openxmlformats-officedocument.presentationml.slideLayout+xml"/>
  <Override PartName="/ppt/slideLayouts/slideLayout641.xml" ContentType="application/vnd.openxmlformats-officedocument.presentationml.slideLayout+xml"/>
  <Override PartName="/ppt/slideLayouts/slideLayout642.xml" ContentType="application/vnd.openxmlformats-officedocument.presentationml.slideLayout+xml"/>
  <Override PartName="/ppt/slideLayouts/slideLayout643.xml" ContentType="application/vnd.openxmlformats-officedocument.presentationml.slideLayout+xml"/>
  <Override PartName="/ppt/slideLayouts/slideLayout644.xml" ContentType="application/vnd.openxmlformats-officedocument.presentationml.slideLayout+xml"/>
  <Override PartName="/ppt/slideLayouts/slideLayout645.xml" ContentType="application/vnd.openxmlformats-officedocument.presentationml.slideLayout+xml"/>
  <Override PartName="/ppt/slideLayouts/slideLayout646.xml" ContentType="application/vnd.openxmlformats-officedocument.presentationml.slideLayout+xml"/>
  <Override PartName="/ppt/slideLayouts/slideLayout647.xml" ContentType="application/vnd.openxmlformats-officedocument.presentationml.slideLayout+xml"/>
  <Override PartName="/ppt/slideLayouts/slideLayout648.xml" ContentType="application/vnd.openxmlformats-officedocument.presentationml.slideLayout+xml"/>
  <Override PartName="/ppt/slideLayouts/slideLayout649.xml" ContentType="application/vnd.openxmlformats-officedocument.presentationml.slideLayout+xml"/>
  <Override PartName="/ppt/slideLayouts/slideLayout650.xml" ContentType="application/vnd.openxmlformats-officedocument.presentationml.slideLayout+xml"/>
  <Override PartName="/ppt/slideLayouts/slideLayout651.xml" ContentType="application/vnd.openxmlformats-officedocument.presentationml.slideLayout+xml"/>
  <Override PartName="/ppt/theme/theme38.xml" ContentType="application/vnd.openxmlformats-officedocument.theme+xml"/>
  <Override PartName="/ppt/slideLayouts/slideLayout652.xml" ContentType="application/vnd.openxmlformats-officedocument.presentationml.slideLayout+xml"/>
  <Override PartName="/ppt/slideLayouts/slideLayout653.xml" ContentType="application/vnd.openxmlformats-officedocument.presentationml.slideLayout+xml"/>
  <Override PartName="/ppt/slideLayouts/slideLayout654.xml" ContentType="application/vnd.openxmlformats-officedocument.presentationml.slideLayout+xml"/>
  <Override PartName="/ppt/slideLayouts/slideLayout655.xml" ContentType="application/vnd.openxmlformats-officedocument.presentationml.slideLayout+xml"/>
  <Override PartName="/ppt/slideLayouts/slideLayout656.xml" ContentType="application/vnd.openxmlformats-officedocument.presentationml.slideLayout+xml"/>
  <Override PartName="/ppt/slideLayouts/slideLayout657.xml" ContentType="application/vnd.openxmlformats-officedocument.presentationml.slideLayout+xml"/>
  <Override PartName="/ppt/slideLayouts/slideLayout658.xml" ContentType="application/vnd.openxmlformats-officedocument.presentationml.slideLayout+xml"/>
  <Override PartName="/ppt/slideLayouts/slideLayout659.xml" ContentType="application/vnd.openxmlformats-officedocument.presentationml.slideLayout+xml"/>
  <Override PartName="/ppt/slideLayouts/slideLayout660.xml" ContentType="application/vnd.openxmlformats-officedocument.presentationml.slideLayout+xml"/>
  <Override PartName="/ppt/slideLayouts/slideLayout661.xml" ContentType="application/vnd.openxmlformats-officedocument.presentationml.slideLayout+xml"/>
  <Override PartName="/ppt/slideLayouts/slideLayout662.xml" ContentType="application/vnd.openxmlformats-officedocument.presentationml.slideLayout+xml"/>
  <Override PartName="/ppt/slideLayouts/slideLayout663.xml" ContentType="application/vnd.openxmlformats-officedocument.presentationml.slideLayout+xml"/>
  <Override PartName="/ppt/theme/theme39.xml" ContentType="application/vnd.openxmlformats-officedocument.theme+xml"/>
  <Override PartName="/ppt/slideLayouts/slideLayout664.xml" ContentType="application/vnd.openxmlformats-officedocument.presentationml.slideLayout+xml"/>
  <Override PartName="/ppt/slideLayouts/slideLayout665.xml" ContentType="application/vnd.openxmlformats-officedocument.presentationml.slideLayout+xml"/>
  <Override PartName="/ppt/slideLayouts/slideLayout666.xml" ContentType="application/vnd.openxmlformats-officedocument.presentationml.slideLayout+xml"/>
  <Override PartName="/ppt/slideLayouts/slideLayout667.xml" ContentType="application/vnd.openxmlformats-officedocument.presentationml.slideLayout+xml"/>
  <Override PartName="/ppt/slideLayouts/slideLayout668.xml" ContentType="application/vnd.openxmlformats-officedocument.presentationml.slideLayout+xml"/>
  <Override PartName="/ppt/slideLayouts/slideLayout669.xml" ContentType="application/vnd.openxmlformats-officedocument.presentationml.slideLayout+xml"/>
  <Override PartName="/ppt/slideLayouts/slideLayout670.xml" ContentType="application/vnd.openxmlformats-officedocument.presentationml.slideLayout+xml"/>
  <Override PartName="/ppt/slideLayouts/slideLayout671.xml" ContentType="application/vnd.openxmlformats-officedocument.presentationml.slideLayout+xml"/>
  <Override PartName="/ppt/slideLayouts/slideLayout672.xml" ContentType="application/vnd.openxmlformats-officedocument.presentationml.slideLayout+xml"/>
  <Override PartName="/ppt/slideLayouts/slideLayout673.xml" ContentType="application/vnd.openxmlformats-officedocument.presentationml.slideLayout+xml"/>
  <Override PartName="/ppt/slideLayouts/slideLayout674.xml" ContentType="application/vnd.openxmlformats-officedocument.presentationml.slideLayout+xml"/>
  <Override PartName="/ppt/slideLayouts/slideLayout675.xml" ContentType="application/vnd.openxmlformats-officedocument.presentationml.slideLayout+xml"/>
  <Override PartName="/ppt/slideLayouts/slideLayout676.xml" ContentType="application/vnd.openxmlformats-officedocument.presentationml.slideLayout+xml"/>
  <Override PartName="/ppt/slideLayouts/slideLayout677.xml" ContentType="application/vnd.openxmlformats-officedocument.presentationml.slideLayout+xml"/>
  <Override PartName="/ppt/slideLayouts/slideLayout678.xml" ContentType="application/vnd.openxmlformats-officedocument.presentationml.slideLayout+xml"/>
  <Override PartName="/ppt/slideLayouts/slideLayout679.xml" ContentType="application/vnd.openxmlformats-officedocument.presentationml.slideLayout+xml"/>
  <Override PartName="/ppt/slideLayouts/slideLayout680.xml" ContentType="application/vnd.openxmlformats-officedocument.presentationml.slideLayout+xml"/>
  <Override PartName="/ppt/slideLayouts/slideLayout681.xml" ContentType="application/vnd.openxmlformats-officedocument.presentationml.slideLayout+xml"/>
  <Override PartName="/ppt/slideLayouts/slideLayout682.xml" ContentType="application/vnd.openxmlformats-officedocument.presentationml.slideLayout+xml"/>
  <Override PartName="/ppt/slideLayouts/slideLayout683.xml" ContentType="application/vnd.openxmlformats-officedocument.presentationml.slideLayout+xml"/>
  <Override PartName="/ppt/slideLayouts/slideLayout684.xml" ContentType="application/vnd.openxmlformats-officedocument.presentationml.slideLayout+xml"/>
  <Override PartName="/ppt/slideLayouts/slideLayout685.xml" ContentType="application/vnd.openxmlformats-officedocument.presentationml.slideLayout+xml"/>
  <Override PartName="/ppt/slideLayouts/slideLayout686.xml" ContentType="application/vnd.openxmlformats-officedocument.presentationml.slideLayout+xml"/>
  <Override PartName="/ppt/slideLayouts/slideLayout687.xml" ContentType="application/vnd.openxmlformats-officedocument.presentationml.slideLayout+xml"/>
  <Override PartName="/ppt/slideLayouts/slideLayout688.xml" ContentType="application/vnd.openxmlformats-officedocument.presentationml.slideLayout+xml"/>
  <Override PartName="/ppt/slideLayouts/slideLayout689.xml" ContentType="application/vnd.openxmlformats-officedocument.presentationml.slideLayout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  <p:sldMasterId id="2147483660" r:id="rId13"/>
    <p:sldMasterId id="2147485609" r:id="rId14"/>
    <p:sldMasterId id="2147485614" r:id="rId15"/>
    <p:sldMasterId id="2147485628" r:id="rId16"/>
    <p:sldMasterId id="2147485630" r:id="rId17"/>
    <p:sldMasterId id="2147485632" r:id="rId18"/>
    <p:sldMasterId id="2147485659" r:id="rId19"/>
    <p:sldMasterId id="2147485672" r:id="rId20"/>
    <p:sldMasterId id="2147485700" r:id="rId21"/>
    <p:sldMasterId id="2147485726" r:id="rId22"/>
    <p:sldMasterId id="2147485754" r:id="rId23"/>
    <p:sldMasterId id="2147485782" r:id="rId24"/>
    <p:sldMasterId id="2147485821" r:id="rId25"/>
    <p:sldMasterId id="2147485836" r:id="rId26"/>
    <p:sldMasterId id="2147485862" r:id="rId27"/>
    <p:sldMasterId id="2147485890" r:id="rId28"/>
    <p:sldMasterId id="2147485903" r:id="rId29"/>
    <p:sldMasterId id="2147485918" r:id="rId30"/>
    <p:sldMasterId id="2147485947" r:id="rId31"/>
    <p:sldMasterId id="2147485973" r:id="rId32"/>
    <p:sldMasterId id="2147485987" r:id="rId33"/>
    <p:sldMasterId id="2147486015" r:id="rId34"/>
    <p:sldMasterId id="2147486041" r:id="rId35"/>
    <p:sldMasterId id="2147486068" r:id="rId36"/>
    <p:sldMasterId id="2147486096" r:id="rId37"/>
    <p:sldMasterId id="2147486124" r:id="rId38"/>
    <p:sldMasterId id="2147486150" r:id="rId39"/>
    <p:sldMasterId id="2147486176" r:id="rId40"/>
    <p:sldMasterId id="2147486205" r:id="rId41"/>
    <p:sldMasterId id="2147486231" r:id="rId42"/>
    <p:sldMasterId id="2147486247" r:id="rId43"/>
    <p:sldMasterId id="2147486267" r:id="rId44"/>
  </p:sldMasterIdLst>
  <p:notesMasterIdLst>
    <p:notesMasterId r:id="rId47"/>
  </p:notesMasterIdLst>
  <p:handoutMasterIdLst>
    <p:handoutMasterId r:id="rId48"/>
  </p:handoutMasterIdLst>
  <p:sldIdLst>
    <p:sldId id="333" r:id="rId45"/>
    <p:sldId id="334" r:id="rId46"/>
  </p:sldIdLst>
  <p:sldSz cx="9144000" cy="6858000" type="screen4x3"/>
  <p:notesSz cx="6731000" cy="9855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ale Agbaje" initials="W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CC00"/>
    <a:srgbClr val="FF0000"/>
    <a:srgbClr val="000000"/>
    <a:srgbClr val="084FB8"/>
    <a:srgbClr val="142DAC"/>
    <a:srgbClr val="FF3300"/>
    <a:srgbClr val="CC3399"/>
    <a:srgbClr val="000099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71" autoAdjust="0"/>
    <p:restoredTop sz="99635" autoAdjust="0"/>
  </p:normalViewPr>
  <p:slideViewPr>
    <p:cSldViewPr>
      <p:cViewPr>
        <p:scale>
          <a:sx n="90" d="100"/>
          <a:sy n="90" d="100"/>
        </p:scale>
        <p:origin x="-178" y="-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1699" y="-96"/>
      </p:cViewPr>
      <p:guideLst>
        <p:guide orient="horz" pos="3104"/>
        <p:guide pos="212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9.xml"/><Relationship Id="rId18" Type="http://schemas.openxmlformats.org/officeDocument/2006/relationships/slideMaster" Target="slideMasters/slideMaster14.xml"/><Relationship Id="rId26" Type="http://schemas.openxmlformats.org/officeDocument/2006/relationships/slideMaster" Target="slideMasters/slideMaster22.xml"/><Relationship Id="rId39" Type="http://schemas.openxmlformats.org/officeDocument/2006/relationships/slideMaster" Target="slideMasters/slideMaster35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17.xml"/><Relationship Id="rId34" Type="http://schemas.openxmlformats.org/officeDocument/2006/relationships/slideMaster" Target="slideMasters/slideMaster30.xml"/><Relationship Id="rId42" Type="http://schemas.openxmlformats.org/officeDocument/2006/relationships/slideMaster" Target="slideMasters/slideMaster38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Master" Target="slideMasters/slideMaster3.xml"/><Relationship Id="rId12" Type="http://schemas.openxmlformats.org/officeDocument/2006/relationships/slideMaster" Target="slideMasters/slideMaster8.xml"/><Relationship Id="rId17" Type="http://schemas.openxmlformats.org/officeDocument/2006/relationships/slideMaster" Target="slideMasters/slideMaster13.xml"/><Relationship Id="rId25" Type="http://schemas.openxmlformats.org/officeDocument/2006/relationships/slideMaster" Target="slideMasters/slideMaster21.xml"/><Relationship Id="rId33" Type="http://schemas.openxmlformats.org/officeDocument/2006/relationships/slideMaster" Target="slideMasters/slideMaster29.xml"/><Relationship Id="rId38" Type="http://schemas.openxmlformats.org/officeDocument/2006/relationships/slideMaster" Target="slideMasters/slideMaster34.xml"/><Relationship Id="rId46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2.xml"/><Relationship Id="rId20" Type="http://schemas.openxmlformats.org/officeDocument/2006/relationships/slideMaster" Target="slideMasters/slideMaster16.xml"/><Relationship Id="rId29" Type="http://schemas.openxmlformats.org/officeDocument/2006/relationships/slideMaster" Target="slideMasters/slideMaster25.xml"/><Relationship Id="rId41" Type="http://schemas.openxmlformats.org/officeDocument/2006/relationships/slideMaster" Target="slideMasters/slideMaster37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Master" Target="slideMasters/slideMaster7.xml"/><Relationship Id="rId24" Type="http://schemas.openxmlformats.org/officeDocument/2006/relationships/slideMaster" Target="slideMasters/slideMaster20.xml"/><Relationship Id="rId32" Type="http://schemas.openxmlformats.org/officeDocument/2006/relationships/slideMaster" Target="slideMasters/slideMaster28.xml"/><Relationship Id="rId37" Type="http://schemas.openxmlformats.org/officeDocument/2006/relationships/slideMaster" Target="slideMasters/slideMaster33.xml"/><Relationship Id="rId40" Type="http://schemas.openxmlformats.org/officeDocument/2006/relationships/slideMaster" Target="slideMasters/slideMaster36.xml"/><Relationship Id="rId45" Type="http://schemas.openxmlformats.org/officeDocument/2006/relationships/slide" Target="slides/slide1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Master" Target="slideMasters/slideMaster11.xml"/><Relationship Id="rId23" Type="http://schemas.openxmlformats.org/officeDocument/2006/relationships/slideMaster" Target="slideMasters/slideMaster19.xml"/><Relationship Id="rId28" Type="http://schemas.openxmlformats.org/officeDocument/2006/relationships/slideMaster" Target="slideMasters/slideMaster24.xml"/><Relationship Id="rId36" Type="http://schemas.openxmlformats.org/officeDocument/2006/relationships/slideMaster" Target="slideMasters/slideMaster32.xml"/><Relationship Id="rId49" Type="http://schemas.openxmlformats.org/officeDocument/2006/relationships/commentAuthors" Target="commentAuthors.xml"/><Relationship Id="rId10" Type="http://schemas.openxmlformats.org/officeDocument/2006/relationships/slideMaster" Target="slideMasters/slideMaster6.xml"/><Relationship Id="rId19" Type="http://schemas.openxmlformats.org/officeDocument/2006/relationships/slideMaster" Target="slideMasters/slideMaster15.xml"/><Relationship Id="rId31" Type="http://schemas.openxmlformats.org/officeDocument/2006/relationships/slideMaster" Target="slideMasters/slideMaster27.xml"/><Relationship Id="rId44" Type="http://schemas.openxmlformats.org/officeDocument/2006/relationships/slideMaster" Target="slideMasters/slideMaster40.xml"/><Relationship Id="rId52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Master" Target="slideMasters/slideMaster10.xml"/><Relationship Id="rId22" Type="http://schemas.openxmlformats.org/officeDocument/2006/relationships/slideMaster" Target="slideMasters/slideMaster18.xml"/><Relationship Id="rId27" Type="http://schemas.openxmlformats.org/officeDocument/2006/relationships/slideMaster" Target="slideMasters/slideMaster23.xml"/><Relationship Id="rId30" Type="http://schemas.openxmlformats.org/officeDocument/2006/relationships/slideMaster" Target="slideMasters/slideMaster26.xml"/><Relationship Id="rId35" Type="http://schemas.openxmlformats.org/officeDocument/2006/relationships/slideMaster" Target="slideMasters/slideMaster31.xml"/><Relationship Id="rId43" Type="http://schemas.openxmlformats.org/officeDocument/2006/relationships/slideMaster" Target="slideMasters/slideMaster39.xml"/><Relationship Id="rId48" Type="http://schemas.openxmlformats.org/officeDocument/2006/relationships/handoutMaster" Target="handoutMasters/handoutMaster1.xml"/><Relationship Id="rId8" Type="http://schemas.openxmlformats.org/officeDocument/2006/relationships/slideMaster" Target="slideMasters/slideMaster4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03" tIns="46901" rIns="93803" bIns="46901" numCol="1" anchor="t" anchorCtr="0" compatLnSpc="1">
            <a:prstTxWarp prst="textNoShape">
              <a:avLst/>
            </a:prstTxWarp>
          </a:bodyPr>
          <a:lstStyle>
            <a:lvl1pPr defTabSz="938105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763" y="0"/>
            <a:ext cx="2916237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03" tIns="46901" rIns="93803" bIns="46901" numCol="1" anchor="t" anchorCtr="0" compatLnSpc="1">
            <a:prstTxWarp prst="textNoShape">
              <a:avLst/>
            </a:prstTxWarp>
          </a:bodyPr>
          <a:lstStyle>
            <a:lvl1pPr algn="r" defTabSz="938105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63075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03" tIns="46901" rIns="93803" bIns="46901" numCol="1" anchor="b" anchorCtr="0" compatLnSpc="1">
            <a:prstTxWarp prst="textNoShape">
              <a:avLst/>
            </a:prstTxWarp>
          </a:bodyPr>
          <a:lstStyle>
            <a:lvl1pPr defTabSz="938105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763" y="9363075"/>
            <a:ext cx="2916237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03" tIns="46901" rIns="93803" bIns="46901" numCol="1" anchor="b" anchorCtr="0" compatLnSpc="1">
            <a:prstTxWarp prst="textNoShape">
              <a:avLst/>
            </a:prstTxWarp>
          </a:bodyPr>
          <a:lstStyle>
            <a:lvl1pPr algn="r" defTabSz="938105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BD86A5-57AC-4415-A25E-F15947650F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0773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03" tIns="46901" rIns="93803" bIns="46901" numCol="1" anchor="t" anchorCtr="0" compatLnSpc="1">
            <a:prstTxWarp prst="textNoShape">
              <a:avLst/>
            </a:prstTxWarp>
          </a:bodyPr>
          <a:lstStyle>
            <a:lvl1pPr defTabSz="938105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6237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03" tIns="46901" rIns="93803" bIns="46901" numCol="1" anchor="t" anchorCtr="0" compatLnSpc="1">
            <a:prstTxWarp prst="textNoShape">
              <a:avLst/>
            </a:prstTxWarp>
          </a:bodyPr>
          <a:lstStyle>
            <a:lvl1pPr algn="r" defTabSz="938105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38188"/>
            <a:ext cx="4927600" cy="3695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6938" y="4679950"/>
            <a:ext cx="4937125" cy="443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03" tIns="46901" rIns="93803" bIns="469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3075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03" tIns="46901" rIns="93803" bIns="46901" numCol="1" anchor="b" anchorCtr="0" compatLnSpc="1">
            <a:prstTxWarp prst="textNoShape">
              <a:avLst/>
            </a:prstTxWarp>
          </a:bodyPr>
          <a:lstStyle>
            <a:lvl1pPr defTabSz="938105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63075"/>
            <a:ext cx="2916237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03" tIns="46901" rIns="93803" bIns="46901" numCol="1" anchor="b" anchorCtr="0" compatLnSpc="1">
            <a:prstTxWarp prst="textNoShape">
              <a:avLst/>
            </a:prstTxWarp>
          </a:bodyPr>
          <a:lstStyle>
            <a:lvl1pPr algn="r" defTabSz="938105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2D0BFE8-0F3D-430D-AD29-AF9D9DDBAA5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165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1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4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8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8.xml"/></Relationships>
</file>

<file path=ppt/slideLayouts/_rels/slideLayout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9.xml"/></Relationships>
</file>

<file path=ppt/slideLayouts/_rels/slideLayout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auto">
          <a:xfrm>
            <a:off x="3079750" y="552450"/>
            <a:ext cx="6057900" cy="2590800"/>
          </a:xfrm>
          <a:custGeom>
            <a:avLst/>
            <a:gdLst/>
            <a:ahLst/>
            <a:cxnLst>
              <a:cxn ang="0">
                <a:pos x="0" y="1632"/>
              </a:cxn>
              <a:cxn ang="0">
                <a:pos x="3816" y="0"/>
              </a:cxn>
              <a:cxn ang="0">
                <a:pos x="3816" y="496"/>
              </a:cxn>
              <a:cxn ang="0">
                <a:pos x="0" y="1632"/>
              </a:cxn>
            </a:cxnLst>
            <a:rect l="0" t="0" r="r" b="b"/>
            <a:pathLst>
              <a:path w="3816" h="1632">
                <a:moveTo>
                  <a:pt x="0" y="1632"/>
                </a:moveTo>
                <a:lnTo>
                  <a:pt x="3816" y="0"/>
                </a:lnTo>
                <a:lnTo>
                  <a:pt x="3816" y="496"/>
                </a:lnTo>
                <a:lnTo>
                  <a:pt x="0" y="16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5" name="Picture 5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3400" y="6030913"/>
            <a:ext cx="19081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AutoShape 6"/>
          <p:cNvSpPr>
            <a:spLocks noChangeArrowheads="1"/>
          </p:cNvSpPr>
          <p:nvPr/>
        </p:nvSpPr>
        <p:spPr bwMode="auto">
          <a:xfrm rot="5400000">
            <a:off x="-120649" y="1274762"/>
            <a:ext cx="3313112" cy="3071813"/>
          </a:xfrm>
          <a:prstGeom prst="triangle">
            <a:avLst>
              <a:gd name="adj" fmla="val 60227"/>
            </a:avLst>
          </a:prstGeom>
          <a:blipFill dpi="0" rotWithShape="0">
            <a:blip r:embed="rId3" cstate="print"/>
            <a:srcRect/>
            <a:stretch>
              <a:fillRect r="-11536"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336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59113" y="3457575"/>
            <a:ext cx="5541962" cy="908050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336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62288" y="4354513"/>
            <a:ext cx="5541962" cy="1019175"/>
          </a:xfrm>
        </p:spPr>
        <p:txBody>
          <a:bodyPr/>
          <a:lstStyle>
            <a:lvl1pPr marL="0" indent="0">
              <a:lnSpc>
                <a:spcPct val="85000"/>
              </a:lnSpc>
              <a:buFont typeface="Arial" charset="0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200025"/>
            <a:ext cx="2057400" cy="57324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00025"/>
            <a:ext cx="6024562" cy="57324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200025"/>
            <a:ext cx="2057400" cy="57324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00025"/>
            <a:ext cx="6024562" cy="57324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200025"/>
            <a:ext cx="2057400" cy="57324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00025"/>
            <a:ext cx="6024562" cy="57324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882650"/>
            <a:ext cx="2057400" cy="52435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882650"/>
            <a:ext cx="6024562" cy="52435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0025"/>
            <a:ext cx="2057400" cy="59261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0025"/>
            <a:ext cx="6019800" cy="59261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0025"/>
            <a:ext cx="2057400" cy="59261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0025"/>
            <a:ext cx="6019800" cy="59261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0025"/>
            <a:ext cx="2057400" cy="59261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0025"/>
            <a:ext cx="6019800" cy="59261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0025"/>
            <a:ext cx="2057400" cy="59261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0025"/>
            <a:ext cx="6019800" cy="59261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0025"/>
            <a:ext cx="2057400" cy="59261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0025"/>
            <a:ext cx="6019800" cy="59261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Page </a:t>
            </a:r>
            <a:fld id="{0FEE5EBB-F0DF-4ED9-9E98-8CAF08DF12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92"/>
          <p:cNvSpPr>
            <a:spLocks noChangeArrowheads="1"/>
          </p:cNvSpPr>
          <p:nvPr userDrawn="1"/>
        </p:nvSpPr>
        <p:spPr bwMode="auto">
          <a:xfrm>
            <a:off x="1714500" y="6459538"/>
            <a:ext cx="1935163" cy="619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539750">
              <a:defRPr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© </a:t>
            </a:r>
            <a:r>
              <a:rPr lang="en-US" sz="4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2011 </a:t>
            </a:r>
            <a:r>
              <a:rPr lang="en-US" sz="4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EYGM Limited. All Rights Reserved. Confidential and Proprietary.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619250" y="6381750"/>
            <a:ext cx="2952750" cy="287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120" y="397240"/>
            <a:ext cx="4054189" cy="685151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auto">
          <a:xfrm>
            <a:off x="3079750" y="552450"/>
            <a:ext cx="6057900" cy="2590800"/>
          </a:xfrm>
          <a:custGeom>
            <a:avLst/>
            <a:gdLst/>
            <a:ahLst/>
            <a:cxnLst>
              <a:cxn ang="0">
                <a:pos x="0" y="1632"/>
              </a:cxn>
              <a:cxn ang="0">
                <a:pos x="3816" y="0"/>
              </a:cxn>
              <a:cxn ang="0">
                <a:pos x="3816" y="496"/>
              </a:cxn>
              <a:cxn ang="0">
                <a:pos x="0" y="1632"/>
              </a:cxn>
            </a:cxnLst>
            <a:rect l="0" t="0" r="r" b="b"/>
            <a:pathLst>
              <a:path w="3816" h="1632">
                <a:moveTo>
                  <a:pt x="0" y="1632"/>
                </a:moveTo>
                <a:lnTo>
                  <a:pt x="3816" y="0"/>
                </a:lnTo>
                <a:lnTo>
                  <a:pt x="3816" y="496"/>
                </a:lnTo>
                <a:lnTo>
                  <a:pt x="0" y="16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5" name="Picture 5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3400" y="6030913"/>
            <a:ext cx="19081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AutoShape 6"/>
          <p:cNvSpPr>
            <a:spLocks noChangeArrowheads="1"/>
          </p:cNvSpPr>
          <p:nvPr/>
        </p:nvSpPr>
        <p:spPr bwMode="auto">
          <a:xfrm rot="5400000">
            <a:off x="-120649" y="1274762"/>
            <a:ext cx="3313112" cy="3071813"/>
          </a:xfrm>
          <a:prstGeom prst="triangle">
            <a:avLst>
              <a:gd name="adj" fmla="val 60227"/>
            </a:avLst>
          </a:prstGeom>
          <a:blipFill dpi="0" rotWithShape="0">
            <a:blip r:embed="rId3" cstate="print"/>
            <a:srcRect/>
            <a:stretch>
              <a:fillRect r="-11536"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36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59113" y="3457575"/>
            <a:ext cx="5541962" cy="908050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336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62288" y="4354513"/>
            <a:ext cx="5541962" cy="1019175"/>
          </a:xfrm>
        </p:spPr>
        <p:txBody>
          <a:bodyPr/>
          <a:lstStyle>
            <a:lvl1pPr marL="0" indent="0">
              <a:lnSpc>
                <a:spcPct val="85000"/>
              </a:lnSpc>
              <a:buFont typeface="Arial" charset="0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200025"/>
            <a:ext cx="2057400" cy="57324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00025"/>
            <a:ext cx="6024562" cy="57324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auto">
          <a:xfrm>
            <a:off x="3079750" y="552450"/>
            <a:ext cx="6057900" cy="2590800"/>
          </a:xfrm>
          <a:custGeom>
            <a:avLst/>
            <a:gdLst/>
            <a:ahLst/>
            <a:cxnLst>
              <a:cxn ang="0">
                <a:pos x="0" y="1632"/>
              </a:cxn>
              <a:cxn ang="0">
                <a:pos x="3816" y="0"/>
              </a:cxn>
              <a:cxn ang="0">
                <a:pos x="3816" y="496"/>
              </a:cxn>
              <a:cxn ang="0">
                <a:pos x="0" y="1632"/>
              </a:cxn>
            </a:cxnLst>
            <a:rect l="0" t="0" r="r" b="b"/>
            <a:pathLst>
              <a:path w="3816" h="1632">
                <a:moveTo>
                  <a:pt x="0" y="1632"/>
                </a:moveTo>
                <a:lnTo>
                  <a:pt x="3816" y="0"/>
                </a:lnTo>
                <a:lnTo>
                  <a:pt x="3816" y="496"/>
                </a:lnTo>
                <a:lnTo>
                  <a:pt x="0" y="16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5" name="Picture 5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3400" y="6030913"/>
            <a:ext cx="19081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AutoShape 6"/>
          <p:cNvSpPr>
            <a:spLocks noChangeArrowheads="1"/>
          </p:cNvSpPr>
          <p:nvPr/>
        </p:nvSpPr>
        <p:spPr bwMode="auto">
          <a:xfrm rot="5400000">
            <a:off x="-120649" y="1274762"/>
            <a:ext cx="3313112" cy="3071813"/>
          </a:xfrm>
          <a:prstGeom prst="triangle">
            <a:avLst>
              <a:gd name="adj" fmla="val 60227"/>
            </a:avLst>
          </a:prstGeom>
          <a:blipFill dpi="0" rotWithShape="0">
            <a:blip r:embed="rId3" cstate="print"/>
            <a:srcRect/>
            <a:stretch>
              <a:fillRect r="-11536"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36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59113" y="3457575"/>
            <a:ext cx="5541962" cy="908050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336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62288" y="4354513"/>
            <a:ext cx="5541962" cy="1019175"/>
          </a:xfrm>
        </p:spPr>
        <p:txBody>
          <a:bodyPr/>
          <a:lstStyle>
            <a:lvl1pPr marL="0" indent="0">
              <a:lnSpc>
                <a:spcPct val="85000"/>
              </a:lnSpc>
              <a:buFont typeface="Arial" charset="0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200025"/>
            <a:ext cx="2057400" cy="57324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00025"/>
            <a:ext cx="6024562" cy="57324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auto">
          <a:xfrm>
            <a:off x="3079750" y="552450"/>
            <a:ext cx="6057900" cy="2590800"/>
          </a:xfrm>
          <a:custGeom>
            <a:avLst/>
            <a:gdLst/>
            <a:ahLst/>
            <a:cxnLst>
              <a:cxn ang="0">
                <a:pos x="0" y="1632"/>
              </a:cxn>
              <a:cxn ang="0">
                <a:pos x="3816" y="0"/>
              </a:cxn>
              <a:cxn ang="0">
                <a:pos x="3816" y="496"/>
              </a:cxn>
              <a:cxn ang="0">
                <a:pos x="0" y="1632"/>
              </a:cxn>
            </a:cxnLst>
            <a:rect l="0" t="0" r="r" b="b"/>
            <a:pathLst>
              <a:path w="3816" h="1632">
                <a:moveTo>
                  <a:pt x="0" y="1632"/>
                </a:moveTo>
                <a:lnTo>
                  <a:pt x="3816" y="0"/>
                </a:lnTo>
                <a:lnTo>
                  <a:pt x="3816" y="496"/>
                </a:lnTo>
                <a:lnTo>
                  <a:pt x="0" y="16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5" name="Picture 5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3400" y="6030913"/>
            <a:ext cx="19081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AutoShape 6"/>
          <p:cNvSpPr>
            <a:spLocks noChangeArrowheads="1"/>
          </p:cNvSpPr>
          <p:nvPr/>
        </p:nvSpPr>
        <p:spPr bwMode="auto">
          <a:xfrm rot="5400000">
            <a:off x="-120649" y="1274762"/>
            <a:ext cx="3313112" cy="3071813"/>
          </a:xfrm>
          <a:prstGeom prst="triangle">
            <a:avLst>
              <a:gd name="adj" fmla="val 60227"/>
            </a:avLst>
          </a:prstGeom>
          <a:blipFill dpi="0" rotWithShape="0">
            <a:blip r:embed="rId3" cstate="print"/>
            <a:srcRect/>
            <a:stretch>
              <a:fillRect r="-11536"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36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59113" y="3457575"/>
            <a:ext cx="5541962" cy="908050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336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62288" y="4354513"/>
            <a:ext cx="5541962" cy="1019175"/>
          </a:xfrm>
        </p:spPr>
        <p:txBody>
          <a:bodyPr/>
          <a:lstStyle>
            <a:lvl1pPr marL="0" indent="0">
              <a:lnSpc>
                <a:spcPct val="85000"/>
              </a:lnSpc>
              <a:buFont typeface="Arial" charset="0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200025"/>
            <a:ext cx="2057400" cy="57324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00025"/>
            <a:ext cx="6024562" cy="57324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auto">
          <a:xfrm>
            <a:off x="3079750" y="552450"/>
            <a:ext cx="6057900" cy="2590800"/>
          </a:xfrm>
          <a:custGeom>
            <a:avLst/>
            <a:gdLst/>
            <a:ahLst/>
            <a:cxnLst>
              <a:cxn ang="0">
                <a:pos x="0" y="1632"/>
              </a:cxn>
              <a:cxn ang="0">
                <a:pos x="3816" y="0"/>
              </a:cxn>
              <a:cxn ang="0">
                <a:pos x="3816" y="496"/>
              </a:cxn>
              <a:cxn ang="0">
                <a:pos x="0" y="1632"/>
              </a:cxn>
            </a:cxnLst>
            <a:rect l="0" t="0" r="r" b="b"/>
            <a:pathLst>
              <a:path w="3816" h="1632">
                <a:moveTo>
                  <a:pt x="0" y="1632"/>
                </a:moveTo>
                <a:lnTo>
                  <a:pt x="3816" y="0"/>
                </a:lnTo>
                <a:lnTo>
                  <a:pt x="3816" y="496"/>
                </a:lnTo>
                <a:lnTo>
                  <a:pt x="0" y="16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5" name="Picture 5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3400" y="6030913"/>
            <a:ext cx="19081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AutoShape 6"/>
          <p:cNvSpPr>
            <a:spLocks noChangeArrowheads="1"/>
          </p:cNvSpPr>
          <p:nvPr/>
        </p:nvSpPr>
        <p:spPr bwMode="auto">
          <a:xfrm rot="5400000">
            <a:off x="-120649" y="1274762"/>
            <a:ext cx="3313112" cy="3071813"/>
          </a:xfrm>
          <a:prstGeom prst="triangle">
            <a:avLst>
              <a:gd name="adj" fmla="val 60227"/>
            </a:avLst>
          </a:prstGeom>
          <a:blipFill dpi="0" rotWithShape="0">
            <a:blip r:embed="rId3" cstate="print"/>
            <a:srcRect/>
            <a:stretch>
              <a:fillRect r="-11536"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36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59113" y="3457575"/>
            <a:ext cx="5541962" cy="908050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336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62288" y="4354513"/>
            <a:ext cx="5541962" cy="1019175"/>
          </a:xfrm>
        </p:spPr>
        <p:txBody>
          <a:bodyPr/>
          <a:lstStyle>
            <a:lvl1pPr marL="0" indent="0">
              <a:lnSpc>
                <a:spcPct val="85000"/>
              </a:lnSpc>
              <a:buFont typeface="Arial" charset="0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200025"/>
            <a:ext cx="2057400" cy="57324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00025"/>
            <a:ext cx="6024562" cy="57324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auto">
          <a:xfrm>
            <a:off x="3079750" y="552450"/>
            <a:ext cx="6057900" cy="2590800"/>
          </a:xfrm>
          <a:custGeom>
            <a:avLst/>
            <a:gdLst/>
            <a:ahLst/>
            <a:cxnLst>
              <a:cxn ang="0">
                <a:pos x="0" y="1632"/>
              </a:cxn>
              <a:cxn ang="0">
                <a:pos x="3816" y="0"/>
              </a:cxn>
              <a:cxn ang="0">
                <a:pos x="3816" y="496"/>
              </a:cxn>
              <a:cxn ang="0">
                <a:pos x="0" y="1632"/>
              </a:cxn>
            </a:cxnLst>
            <a:rect l="0" t="0" r="r" b="b"/>
            <a:pathLst>
              <a:path w="3816" h="1632">
                <a:moveTo>
                  <a:pt x="0" y="1632"/>
                </a:moveTo>
                <a:lnTo>
                  <a:pt x="3816" y="0"/>
                </a:lnTo>
                <a:lnTo>
                  <a:pt x="3816" y="496"/>
                </a:lnTo>
                <a:lnTo>
                  <a:pt x="0" y="16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5" name="Picture 5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3400" y="6030913"/>
            <a:ext cx="19081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AutoShape 6"/>
          <p:cNvSpPr>
            <a:spLocks noChangeArrowheads="1"/>
          </p:cNvSpPr>
          <p:nvPr/>
        </p:nvSpPr>
        <p:spPr bwMode="auto">
          <a:xfrm rot="5400000">
            <a:off x="-120649" y="1274762"/>
            <a:ext cx="3313112" cy="3071813"/>
          </a:xfrm>
          <a:prstGeom prst="triangle">
            <a:avLst>
              <a:gd name="adj" fmla="val 60227"/>
            </a:avLst>
          </a:prstGeom>
          <a:blipFill dpi="0" rotWithShape="0">
            <a:blip r:embed="rId3" cstate="print"/>
            <a:srcRect/>
            <a:stretch>
              <a:fillRect r="-11536"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36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59113" y="3457575"/>
            <a:ext cx="5541962" cy="908050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336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62288" y="4354513"/>
            <a:ext cx="5541962" cy="1019175"/>
          </a:xfrm>
        </p:spPr>
        <p:txBody>
          <a:bodyPr/>
          <a:lstStyle>
            <a:lvl1pPr marL="0" indent="0">
              <a:lnSpc>
                <a:spcPct val="85000"/>
              </a:lnSpc>
              <a:buFont typeface="Arial" charset="0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200025"/>
            <a:ext cx="2057400" cy="57324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00025"/>
            <a:ext cx="6024562" cy="57324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auto">
          <a:xfrm>
            <a:off x="3079750" y="552450"/>
            <a:ext cx="6057900" cy="2590800"/>
          </a:xfrm>
          <a:custGeom>
            <a:avLst/>
            <a:gdLst/>
            <a:ahLst/>
            <a:cxnLst>
              <a:cxn ang="0">
                <a:pos x="0" y="1632"/>
              </a:cxn>
              <a:cxn ang="0">
                <a:pos x="3816" y="0"/>
              </a:cxn>
              <a:cxn ang="0">
                <a:pos x="3816" y="496"/>
              </a:cxn>
              <a:cxn ang="0">
                <a:pos x="0" y="1632"/>
              </a:cxn>
            </a:cxnLst>
            <a:rect l="0" t="0" r="r" b="b"/>
            <a:pathLst>
              <a:path w="3816" h="1632">
                <a:moveTo>
                  <a:pt x="0" y="1632"/>
                </a:moveTo>
                <a:lnTo>
                  <a:pt x="3816" y="0"/>
                </a:lnTo>
                <a:lnTo>
                  <a:pt x="3816" y="496"/>
                </a:lnTo>
                <a:lnTo>
                  <a:pt x="0" y="16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5" name="Picture 5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3400" y="6030913"/>
            <a:ext cx="19081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AutoShape 6"/>
          <p:cNvSpPr>
            <a:spLocks noChangeArrowheads="1"/>
          </p:cNvSpPr>
          <p:nvPr/>
        </p:nvSpPr>
        <p:spPr bwMode="auto">
          <a:xfrm rot="5400000">
            <a:off x="-120649" y="1274762"/>
            <a:ext cx="3313112" cy="3071813"/>
          </a:xfrm>
          <a:prstGeom prst="triangle">
            <a:avLst>
              <a:gd name="adj" fmla="val 60227"/>
            </a:avLst>
          </a:prstGeom>
          <a:blipFill dpi="0" rotWithShape="0">
            <a:blip r:embed="rId3" cstate="print"/>
            <a:srcRect/>
            <a:stretch>
              <a:fillRect r="-11536"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36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59113" y="3457575"/>
            <a:ext cx="5541962" cy="908050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336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62288" y="4354513"/>
            <a:ext cx="5541962" cy="1019175"/>
          </a:xfrm>
        </p:spPr>
        <p:txBody>
          <a:bodyPr/>
          <a:lstStyle>
            <a:lvl1pPr marL="0" indent="0">
              <a:lnSpc>
                <a:spcPct val="85000"/>
              </a:lnSpc>
              <a:buFont typeface="Arial" charset="0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200025"/>
            <a:ext cx="2057400" cy="57324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00025"/>
            <a:ext cx="6024562" cy="57324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6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auto">
          <a:xfrm>
            <a:off x="3079750" y="552450"/>
            <a:ext cx="6057900" cy="2590800"/>
          </a:xfrm>
          <a:custGeom>
            <a:avLst/>
            <a:gdLst/>
            <a:ahLst/>
            <a:cxnLst>
              <a:cxn ang="0">
                <a:pos x="0" y="1632"/>
              </a:cxn>
              <a:cxn ang="0">
                <a:pos x="3816" y="0"/>
              </a:cxn>
              <a:cxn ang="0">
                <a:pos x="3816" y="496"/>
              </a:cxn>
              <a:cxn ang="0">
                <a:pos x="0" y="1632"/>
              </a:cxn>
            </a:cxnLst>
            <a:rect l="0" t="0" r="r" b="b"/>
            <a:pathLst>
              <a:path w="3816" h="1632">
                <a:moveTo>
                  <a:pt x="0" y="1632"/>
                </a:moveTo>
                <a:lnTo>
                  <a:pt x="3816" y="0"/>
                </a:lnTo>
                <a:lnTo>
                  <a:pt x="3816" y="496"/>
                </a:lnTo>
                <a:lnTo>
                  <a:pt x="0" y="16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5" name="Picture 5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3400" y="6030913"/>
            <a:ext cx="19081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AutoShape 6"/>
          <p:cNvSpPr>
            <a:spLocks noChangeArrowheads="1"/>
          </p:cNvSpPr>
          <p:nvPr/>
        </p:nvSpPr>
        <p:spPr bwMode="auto">
          <a:xfrm rot="5400000">
            <a:off x="-120649" y="1274762"/>
            <a:ext cx="3313112" cy="3071813"/>
          </a:xfrm>
          <a:prstGeom prst="triangle">
            <a:avLst>
              <a:gd name="adj" fmla="val 60227"/>
            </a:avLst>
          </a:prstGeom>
          <a:blipFill dpi="0" rotWithShape="0">
            <a:blip r:embed="rId3" cstate="print"/>
            <a:srcRect/>
            <a:stretch>
              <a:fillRect r="-11536"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36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59113" y="3457575"/>
            <a:ext cx="5541962" cy="908050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336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62288" y="4354513"/>
            <a:ext cx="5541962" cy="1019175"/>
          </a:xfrm>
        </p:spPr>
        <p:txBody>
          <a:bodyPr/>
          <a:lstStyle>
            <a:lvl1pPr marL="0" indent="0">
              <a:lnSpc>
                <a:spcPct val="85000"/>
              </a:lnSpc>
              <a:buFont typeface="Arial" charset="0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6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200025"/>
            <a:ext cx="2057400" cy="57324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00025"/>
            <a:ext cx="6024562" cy="57324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auto">
          <a:xfrm>
            <a:off x="3079750" y="552450"/>
            <a:ext cx="6057900" cy="2590800"/>
          </a:xfrm>
          <a:custGeom>
            <a:avLst/>
            <a:gdLst/>
            <a:ahLst/>
            <a:cxnLst>
              <a:cxn ang="0">
                <a:pos x="0" y="1632"/>
              </a:cxn>
              <a:cxn ang="0">
                <a:pos x="3816" y="0"/>
              </a:cxn>
              <a:cxn ang="0">
                <a:pos x="3816" y="496"/>
              </a:cxn>
              <a:cxn ang="0">
                <a:pos x="0" y="1632"/>
              </a:cxn>
            </a:cxnLst>
            <a:rect l="0" t="0" r="r" b="b"/>
            <a:pathLst>
              <a:path w="3816" h="1632">
                <a:moveTo>
                  <a:pt x="0" y="1632"/>
                </a:moveTo>
                <a:lnTo>
                  <a:pt x="3816" y="0"/>
                </a:lnTo>
                <a:lnTo>
                  <a:pt x="3816" y="496"/>
                </a:lnTo>
                <a:lnTo>
                  <a:pt x="0" y="16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5" name="Picture 5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3400" y="6030913"/>
            <a:ext cx="19081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AutoShape 6"/>
          <p:cNvSpPr>
            <a:spLocks noChangeArrowheads="1"/>
          </p:cNvSpPr>
          <p:nvPr/>
        </p:nvSpPr>
        <p:spPr bwMode="auto">
          <a:xfrm rot="5400000">
            <a:off x="-120649" y="1274762"/>
            <a:ext cx="3313112" cy="3071813"/>
          </a:xfrm>
          <a:prstGeom prst="triangle">
            <a:avLst>
              <a:gd name="adj" fmla="val 60227"/>
            </a:avLst>
          </a:prstGeom>
          <a:blipFill dpi="0" rotWithShape="0">
            <a:blip r:embed="rId3" cstate="print"/>
            <a:srcRect/>
            <a:stretch>
              <a:fillRect r="-11536"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36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59113" y="3457575"/>
            <a:ext cx="5541962" cy="908050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336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62288" y="4354513"/>
            <a:ext cx="5541962" cy="1019175"/>
          </a:xfrm>
        </p:spPr>
        <p:txBody>
          <a:bodyPr/>
          <a:lstStyle>
            <a:lvl1pPr marL="0" indent="0">
              <a:lnSpc>
                <a:spcPct val="85000"/>
              </a:lnSpc>
              <a:buFont typeface="Arial" charset="0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6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200025"/>
            <a:ext cx="2057400" cy="57324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00025"/>
            <a:ext cx="6024562" cy="57324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6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101.xml"/><Relationship Id="rId6" Type="http://schemas.openxmlformats.org/officeDocument/2006/relationships/image" Target="../media/image7.jpeg"/><Relationship Id="rId5" Type="http://schemas.openxmlformats.org/officeDocument/2006/relationships/theme" Target="../theme/theme10.xml"/><Relationship Id="rId4" Type="http://schemas.openxmlformats.org/officeDocument/2006/relationships/slideLayout" Target="../slideLayouts/slideLayout104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12" Type="http://schemas.openxmlformats.org/officeDocument/2006/relationships/slideLayout" Target="../slideLayouts/slideLayout116.xml"/><Relationship Id="rId2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image" Target="../media/image1.png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4.xml"/><Relationship Id="rId13" Type="http://schemas.openxmlformats.org/officeDocument/2006/relationships/theme" Target="../theme/theme15.xml"/><Relationship Id="rId3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3.xml"/><Relationship Id="rId12" Type="http://schemas.openxmlformats.org/officeDocument/2006/relationships/slideLayout" Target="../slideLayouts/slideLayout128.xml"/><Relationship Id="rId2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22.xml"/><Relationship Id="rId11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0.xml"/><Relationship Id="rId9" Type="http://schemas.openxmlformats.org/officeDocument/2006/relationships/slideLayout" Target="../slideLayouts/slideLayout125.xml"/><Relationship Id="rId14" Type="http://schemas.openxmlformats.org/officeDocument/2006/relationships/image" Target="../media/image1.pn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6.xml"/><Relationship Id="rId26" Type="http://schemas.openxmlformats.org/officeDocument/2006/relationships/slideLayout" Target="../slideLayouts/slideLayout154.xml"/><Relationship Id="rId3" Type="http://schemas.openxmlformats.org/officeDocument/2006/relationships/slideLayout" Target="../slideLayouts/slideLayout131.xml"/><Relationship Id="rId21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5.xml"/><Relationship Id="rId25" Type="http://schemas.openxmlformats.org/officeDocument/2006/relationships/slideLayout" Target="../slideLayouts/slideLayout153.xml"/><Relationship Id="rId2" Type="http://schemas.openxmlformats.org/officeDocument/2006/relationships/slideLayout" Target="../slideLayouts/slideLayout130.xml"/><Relationship Id="rId16" Type="http://schemas.openxmlformats.org/officeDocument/2006/relationships/slideLayout" Target="../slideLayouts/slideLayout144.xml"/><Relationship Id="rId20" Type="http://schemas.openxmlformats.org/officeDocument/2006/relationships/slideLayout" Target="../slideLayouts/slideLayout148.xml"/><Relationship Id="rId29" Type="http://schemas.openxmlformats.org/officeDocument/2006/relationships/image" Target="../media/image8.jpeg"/><Relationship Id="rId1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9.xml"/><Relationship Id="rId24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133.xml"/><Relationship Id="rId15" Type="http://schemas.openxmlformats.org/officeDocument/2006/relationships/slideLayout" Target="../slideLayouts/slideLayout143.xml"/><Relationship Id="rId23" Type="http://schemas.openxmlformats.org/officeDocument/2006/relationships/slideLayout" Target="../slideLayouts/slideLayout151.xml"/><Relationship Id="rId28" Type="http://schemas.openxmlformats.org/officeDocument/2006/relationships/theme" Target="../theme/theme16.xml"/><Relationship Id="rId10" Type="http://schemas.openxmlformats.org/officeDocument/2006/relationships/slideLayout" Target="../slideLayouts/slideLayout138.xml"/><Relationship Id="rId19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42.xml"/><Relationship Id="rId22" Type="http://schemas.openxmlformats.org/officeDocument/2006/relationships/slideLayout" Target="../slideLayouts/slideLayout150.xml"/><Relationship Id="rId27" Type="http://schemas.openxmlformats.org/officeDocument/2006/relationships/slideLayout" Target="../slideLayouts/slideLayout155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3.xml"/><Relationship Id="rId13" Type="http://schemas.openxmlformats.org/officeDocument/2006/relationships/slideLayout" Target="../slideLayouts/slideLayout168.xml"/><Relationship Id="rId18" Type="http://schemas.openxmlformats.org/officeDocument/2006/relationships/slideLayout" Target="../slideLayouts/slideLayout173.xml"/><Relationship Id="rId26" Type="http://schemas.openxmlformats.org/officeDocument/2006/relationships/image" Target="../media/image8.jpeg"/><Relationship Id="rId3" Type="http://schemas.openxmlformats.org/officeDocument/2006/relationships/slideLayout" Target="../slideLayouts/slideLayout158.xml"/><Relationship Id="rId21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62.xml"/><Relationship Id="rId12" Type="http://schemas.openxmlformats.org/officeDocument/2006/relationships/slideLayout" Target="../slideLayouts/slideLayout167.xml"/><Relationship Id="rId17" Type="http://schemas.openxmlformats.org/officeDocument/2006/relationships/slideLayout" Target="../slideLayouts/slideLayout172.xml"/><Relationship Id="rId25" Type="http://schemas.openxmlformats.org/officeDocument/2006/relationships/theme" Target="../theme/theme17.xml"/><Relationship Id="rId2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71.xml"/><Relationship Id="rId20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56.xml"/><Relationship Id="rId6" Type="http://schemas.openxmlformats.org/officeDocument/2006/relationships/slideLayout" Target="../slideLayouts/slideLayout161.xml"/><Relationship Id="rId11" Type="http://schemas.openxmlformats.org/officeDocument/2006/relationships/slideLayout" Target="../slideLayouts/slideLayout166.xml"/><Relationship Id="rId24" Type="http://schemas.openxmlformats.org/officeDocument/2006/relationships/slideLayout" Target="../slideLayouts/slideLayout179.xml"/><Relationship Id="rId5" Type="http://schemas.openxmlformats.org/officeDocument/2006/relationships/slideLayout" Target="../slideLayouts/slideLayout160.xml"/><Relationship Id="rId15" Type="http://schemas.openxmlformats.org/officeDocument/2006/relationships/slideLayout" Target="../slideLayouts/slideLayout170.xml"/><Relationship Id="rId23" Type="http://schemas.openxmlformats.org/officeDocument/2006/relationships/slideLayout" Target="../slideLayouts/slideLayout178.xml"/><Relationship Id="rId10" Type="http://schemas.openxmlformats.org/officeDocument/2006/relationships/slideLayout" Target="../slideLayouts/slideLayout165.xml"/><Relationship Id="rId19" Type="http://schemas.openxmlformats.org/officeDocument/2006/relationships/slideLayout" Target="../slideLayouts/slideLayout174.xml"/><Relationship Id="rId4" Type="http://schemas.openxmlformats.org/officeDocument/2006/relationships/slideLayout" Target="../slideLayouts/slideLayout159.xml"/><Relationship Id="rId9" Type="http://schemas.openxmlformats.org/officeDocument/2006/relationships/slideLayout" Target="../slideLayouts/slideLayout164.xml"/><Relationship Id="rId14" Type="http://schemas.openxmlformats.org/officeDocument/2006/relationships/slideLayout" Target="../slideLayouts/slideLayout169.xml"/><Relationship Id="rId22" Type="http://schemas.openxmlformats.org/officeDocument/2006/relationships/slideLayout" Target="../slideLayouts/slideLayout17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7.xml"/><Relationship Id="rId13" Type="http://schemas.openxmlformats.org/officeDocument/2006/relationships/slideLayout" Target="../slideLayouts/slideLayout192.xml"/><Relationship Id="rId18" Type="http://schemas.openxmlformats.org/officeDocument/2006/relationships/slideLayout" Target="../slideLayouts/slideLayout197.xml"/><Relationship Id="rId26" Type="http://schemas.openxmlformats.org/officeDocument/2006/relationships/theme" Target="../theme/theme18.xml"/><Relationship Id="rId3" Type="http://schemas.openxmlformats.org/officeDocument/2006/relationships/slideLayout" Target="../slideLayouts/slideLayout182.xml"/><Relationship Id="rId21" Type="http://schemas.openxmlformats.org/officeDocument/2006/relationships/slideLayout" Target="../slideLayouts/slideLayout200.xml"/><Relationship Id="rId7" Type="http://schemas.openxmlformats.org/officeDocument/2006/relationships/slideLayout" Target="../slideLayouts/slideLayout186.xml"/><Relationship Id="rId12" Type="http://schemas.openxmlformats.org/officeDocument/2006/relationships/slideLayout" Target="../slideLayouts/slideLayout191.xml"/><Relationship Id="rId17" Type="http://schemas.openxmlformats.org/officeDocument/2006/relationships/slideLayout" Target="../slideLayouts/slideLayout196.xml"/><Relationship Id="rId25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81.xml"/><Relationship Id="rId16" Type="http://schemas.openxmlformats.org/officeDocument/2006/relationships/slideLayout" Target="../slideLayouts/slideLayout195.xml"/><Relationship Id="rId20" Type="http://schemas.openxmlformats.org/officeDocument/2006/relationships/slideLayout" Target="../slideLayouts/slideLayout199.xml"/><Relationship Id="rId1" Type="http://schemas.openxmlformats.org/officeDocument/2006/relationships/slideLayout" Target="../slideLayouts/slideLayout180.xml"/><Relationship Id="rId6" Type="http://schemas.openxmlformats.org/officeDocument/2006/relationships/slideLayout" Target="../slideLayouts/slideLayout185.xml"/><Relationship Id="rId11" Type="http://schemas.openxmlformats.org/officeDocument/2006/relationships/slideLayout" Target="../slideLayouts/slideLayout190.xml"/><Relationship Id="rId24" Type="http://schemas.openxmlformats.org/officeDocument/2006/relationships/slideLayout" Target="../slideLayouts/slideLayout203.xml"/><Relationship Id="rId5" Type="http://schemas.openxmlformats.org/officeDocument/2006/relationships/slideLayout" Target="../slideLayouts/slideLayout184.xml"/><Relationship Id="rId15" Type="http://schemas.openxmlformats.org/officeDocument/2006/relationships/slideLayout" Target="../slideLayouts/slideLayout194.xml"/><Relationship Id="rId23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189.xml"/><Relationship Id="rId19" Type="http://schemas.openxmlformats.org/officeDocument/2006/relationships/slideLayout" Target="../slideLayouts/slideLayout198.xml"/><Relationship Id="rId4" Type="http://schemas.openxmlformats.org/officeDocument/2006/relationships/slideLayout" Target="../slideLayouts/slideLayout183.xml"/><Relationship Id="rId9" Type="http://schemas.openxmlformats.org/officeDocument/2006/relationships/slideLayout" Target="../slideLayouts/slideLayout188.xml"/><Relationship Id="rId14" Type="http://schemas.openxmlformats.org/officeDocument/2006/relationships/slideLayout" Target="../slideLayouts/slideLayout193.xml"/><Relationship Id="rId22" Type="http://schemas.openxmlformats.org/officeDocument/2006/relationships/slideLayout" Target="../slideLayouts/slideLayout201.xml"/><Relationship Id="rId27" Type="http://schemas.openxmlformats.org/officeDocument/2006/relationships/image" Target="../media/image8.jpeg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13" Type="http://schemas.openxmlformats.org/officeDocument/2006/relationships/slideLayout" Target="../slideLayouts/slideLayout217.xml"/><Relationship Id="rId18" Type="http://schemas.openxmlformats.org/officeDocument/2006/relationships/slideLayout" Target="../slideLayouts/slideLayout222.xml"/><Relationship Id="rId26" Type="http://schemas.openxmlformats.org/officeDocument/2006/relationships/slideLayout" Target="../slideLayouts/slideLayout230.xml"/><Relationship Id="rId3" Type="http://schemas.openxmlformats.org/officeDocument/2006/relationships/slideLayout" Target="../slideLayouts/slideLayout207.xml"/><Relationship Id="rId21" Type="http://schemas.openxmlformats.org/officeDocument/2006/relationships/slideLayout" Target="../slideLayouts/slideLayout225.xml"/><Relationship Id="rId7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21.xml"/><Relationship Id="rId25" Type="http://schemas.openxmlformats.org/officeDocument/2006/relationships/slideLayout" Target="../slideLayouts/slideLayout229.xml"/><Relationship Id="rId2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0.xml"/><Relationship Id="rId20" Type="http://schemas.openxmlformats.org/officeDocument/2006/relationships/slideLayout" Target="../slideLayouts/slideLayout224.xml"/><Relationship Id="rId29" Type="http://schemas.openxmlformats.org/officeDocument/2006/relationships/image" Target="../media/image8.jpeg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24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09.xml"/><Relationship Id="rId15" Type="http://schemas.openxmlformats.org/officeDocument/2006/relationships/slideLayout" Target="../slideLayouts/slideLayout219.xml"/><Relationship Id="rId23" Type="http://schemas.openxmlformats.org/officeDocument/2006/relationships/slideLayout" Target="../slideLayouts/slideLayout227.xml"/><Relationship Id="rId28" Type="http://schemas.openxmlformats.org/officeDocument/2006/relationships/theme" Target="../theme/theme19.xml"/><Relationship Id="rId10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4" Type="http://schemas.openxmlformats.org/officeDocument/2006/relationships/slideLayout" Target="../slideLayouts/slideLayout218.xml"/><Relationship Id="rId22" Type="http://schemas.openxmlformats.org/officeDocument/2006/relationships/slideLayout" Target="../slideLayouts/slideLayout226.xml"/><Relationship Id="rId27" Type="http://schemas.openxmlformats.org/officeDocument/2006/relationships/slideLayout" Target="../slideLayouts/slideLayout231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9.xml"/><Relationship Id="rId13" Type="http://schemas.openxmlformats.org/officeDocument/2006/relationships/slideLayout" Target="../slideLayouts/slideLayout244.xml"/><Relationship Id="rId18" Type="http://schemas.openxmlformats.org/officeDocument/2006/relationships/slideLayout" Target="../slideLayouts/slideLayout249.xml"/><Relationship Id="rId26" Type="http://schemas.openxmlformats.org/officeDocument/2006/relationships/image" Target="../media/image8.jpeg"/><Relationship Id="rId3" Type="http://schemas.openxmlformats.org/officeDocument/2006/relationships/slideLayout" Target="../slideLayouts/slideLayout234.xml"/><Relationship Id="rId21" Type="http://schemas.openxmlformats.org/officeDocument/2006/relationships/slideLayout" Target="../slideLayouts/slideLayout252.xml"/><Relationship Id="rId7" Type="http://schemas.openxmlformats.org/officeDocument/2006/relationships/slideLayout" Target="../slideLayouts/slideLayout238.xml"/><Relationship Id="rId12" Type="http://schemas.openxmlformats.org/officeDocument/2006/relationships/slideLayout" Target="../slideLayouts/slideLayout243.xml"/><Relationship Id="rId17" Type="http://schemas.openxmlformats.org/officeDocument/2006/relationships/slideLayout" Target="../slideLayouts/slideLayout248.xml"/><Relationship Id="rId25" Type="http://schemas.openxmlformats.org/officeDocument/2006/relationships/theme" Target="../theme/theme20.xml"/><Relationship Id="rId2" Type="http://schemas.openxmlformats.org/officeDocument/2006/relationships/slideLayout" Target="../slideLayouts/slideLayout233.xml"/><Relationship Id="rId16" Type="http://schemas.openxmlformats.org/officeDocument/2006/relationships/slideLayout" Target="../slideLayouts/slideLayout247.xml"/><Relationship Id="rId20" Type="http://schemas.openxmlformats.org/officeDocument/2006/relationships/slideLayout" Target="../slideLayouts/slideLayout251.xml"/><Relationship Id="rId1" Type="http://schemas.openxmlformats.org/officeDocument/2006/relationships/slideLayout" Target="../slideLayouts/slideLayout232.xml"/><Relationship Id="rId6" Type="http://schemas.openxmlformats.org/officeDocument/2006/relationships/slideLayout" Target="../slideLayouts/slideLayout237.xml"/><Relationship Id="rId11" Type="http://schemas.openxmlformats.org/officeDocument/2006/relationships/slideLayout" Target="../slideLayouts/slideLayout242.xml"/><Relationship Id="rId2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36.xml"/><Relationship Id="rId15" Type="http://schemas.openxmlformats.org/officeDocument/2006/relationships/slideLayout" Target="../slideLayouts/slideLayout246.xml"/><Relationship Id="rId23" Type="http://schemas.openxmlformats.org/officeDocument/2006/relationships/slideLayout" Target="../slideLayouts/slideLayout254.xml"/><Relationship Id="rId10" Type="http://schemas.openxmlformats.org/officeDocument/2006/relationships/slideLayout" Target="../slideLayouts/slideLayout241.xml"/><Relationship Id="rId19" Type="http://schemas.openxmlformats.org/officeDocument/2006/relationships/slideLayout" Target="../slideLayouts/slideLayout250.xml"/><Relationship Id="rId4" Type="http://schemas.openxmlformats.org/officeDocument/2006/relationships/slideLayout" Target="../slideLayouts/slideLayout235.xml"/><Relationship Id="rId9" Type="http://schemas.openxmlformats.org/officeDocument/2006/relationships/slideLayout" Target="../slideLayouts/slideLayout240.xml"/><Relationship Id="rId14" Type="http://schemas.openxmlformats.org/officeDocument/2006/relationships/slideLayout" Target="../slideLayouts/slideLayout245.xml"/><Relationship Id="rId22" Type="http://schemas.openxmlformats.org/officeDocument/2006/relationships/slideLayout" Target="../slideLayouts/slideLayout253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8.xml"/><Relationship Id="rId3" Type="http://schemas.openxmlformats.org/officeDocument/2006/relationships/slideLayout" Target="../slideLayouts/slideLayout258.xml"/><Relationship Id="rId7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7.xml"/><Relationship Id="rId2" Type="http://schemas.openxmlformats.org/officeDocument/2006/relationships/slideLayout" Target="../slideLayouts/slideLayout257.xml"/><Relationship Id="rId1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6.xml"/><Relationship Id="rId5" Type="http://schemas.openxmlformats.org/officeDocument/2006/relationships/slideLayout" Target="../slideLayouts/slideLayout26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65.xml"/><Relationship Id="rId4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4.xml"/><Relationship Id="rId14" Type="http://schemas.openxmlformats.org/officeDocument/2006/relationships/theme" Target="../theme/theme21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6.xml"/><Relationship Id="rId13" Type="http://schemas.openxmlformats.org/officeDocument/2006/relationships/slideLayout" Target="../slideLayouts/slideLayout281.xml"/><Relationship Id="rId18" Type="http://schemas.openxmlformats.org/officeDocument/2006/relationships/slideLayout" Target="../slideLayouts/slideLayout286.xml"/><Relationship Id="rId26" Type="http://schemas.openxmlformats.org/officeDocument/2006/relationships/theme" Target="../theme/theme22.xml"/><Relationship Id="rId3" Type="http://schemas.openxmlformats.org/officeDocument/2006/relationships/slideLayout" Target="../slideLayouts/slideLayout271.xml"/><Relationship Id="rId21" Type="http://schemas.openxmlformats.org/officeDocument/2006/relationships/slideLayout" Target="../slideLayouts/slideLayout289.xml"/><Relationship Id="rId7" Type="http://schemas.openxmlformats.org/officeDocument/2006/relationships/slideLayout" Target="../slideLayouts/slideLayout275.xml"/><Relationship Id="rId12" Type="http://schemas.openxmlformats.org/officeDocument/2006/relationships/slideLayout" Target="../slideLayouts/slideLayout280.xml"/><Relationship Id="rId17" Type="http://schemas.openxmlformats.org/officeDocument/2006/relationships/slideLayout" Target="../slideLayouts/slideLayout285.xml"/><Relationship Id="rId25" Type="http://schemas.openxmlformats.org/officeDocument/2006/relationships/slideLayout" Target="../slideLayouts/slideLayout293.xml"/><Relationship Id="rId2" Type="http://schemas.openxmlformats.org/officeDocument/2006/relationships/slideLayout" Target="../slideLayouts/slideLayout270.xml"/><Relationship Id="rId16" Type="http://schemas.openxmlformats.org/officeDocument/2006/relationships/slideLayout" Target="../slideLayouts/slideLayout284.xml"/><Relationship Id="rId20" Type="http://schemas.openxmlformats.org/officeDocument/2006/relationships/slideLayout" Target="../slideLayouts/slideLayout288.xml"/><Relationship Id="rId1" Type="http://schemas.openxmlformats.org/officeDocument/2006/relationships/slideLayout" Target="../slideLayouts/slideLayout269.xml"/><Relationship Id="rId6" Type="http://schemas.openxmlformats.org/officeDocument/2006/relationships/slideLayout" Target="../slideLayouts/slideLayout274.xml"/><Relationship Id="rId11" Type="http://schemas.openxmlformats.org/officeDocument/2006/relationships/slideLayout" Target="../slideLayouts/slideLayout279.xml"/><Relationship Id="rId24" Type="http://schemas.openxmlformats.org/officeDocument/2006/relationships/slideLayout" Target="../slideLayouts/slideLayout292.xml"/><Relationship Id="rId5" Type="http://schemas.openxmlformats.org/officeDocument/2006/relationships/slideLayout" Target="../slideLayouts/slideLayout273.xml"/><Relationship Id="rId15" Type="http://schemas.openxmlformats.org/officeDocument/2006/relationships/slideLayout" Target="../slideLayouts/slideLayout283.xml"/><Relationship Id="rId23" Type="http://schemas.openxmlformats.org/officeDocument/2006/relationships/slideLayout" Target="../slideLayouts/slideLayout291.xml"/><Relationship Id="rId10" Type="http://schemas.openxmlformats.org/officeDocument/2006/relationships/slideLayout" Target="../slideLayouts/slideLayout278.xml"/><Relationship Id="rId19" Type="http://schemas.openxmlformats.org/officeDocument/2006/relationships/slideLayout" Target="../slideLayouts/slideLayout287.xml"/><Relationship Id="rId4" Type="http://schemas.openxmlformats.org/officeDocument/2006/relationships/slideLayout" Target="../slideLayouts/slideLayout272.xml"/><Relationship Id="rId9" Type="http://schemas.openxmlformats.org/officeDocument/2006/relationships/slideLayout" Target="../slideLayouts/slideLayout277.xml"/><Relationship Id="rId14" Type="http://schemas.openxmlformats.org/officeDocument/2006/relationships/slideLayout" Target="../slideLayouts/slideLayout282.xml"/><Relationship Id="rId22" Type="http://schemas.openxmlformats.org/officeDocument/2006/relationships/slideLayout" Target="../slideLayouts/slideLayout290.xml"/><Relationship Id="rId27" Type="http://schemas.openxmlformats.org/officeDocument/2006/relationships/image" Target="../media/image8.jpeg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1.xml"/><Relationship Id="rId13" Type="http://schemas.openxmlformats.org/officeDocument/2006/relationships/slideLayout" Target="../slideLayouts/slideLayout306.xml"/><Relationship Id="rId18" Type="http://schemas.openxmlformats.org/officeDocument/2006/relationships/slideLayout" Target="../slideLayouts/slideLayout311.xml"/><Relationship Id="rId26" Type="http://schemas.openxmlformats.org/officeDocument/2006/relationships/slideLayout" Target="../slideLayouts/slideLayout319.xml"/><Relationship Id="rId3" Type="http://schemas.openxmlformats.org/officeDocument/2006/relationships/slideLayout" Target="../slideLayouts/slideLayout296.xml"/><Relationship Id="rId21" Type="http://schemas.openxmlformats.org/officeDocument/2006/relationships/slideLayout" Target="../slideLayouts/slideLayout314.xml"/><Relationship Id="rId7" Type="http://schemas.openxmlformats.org/officeDocument/2006/relationships/slideLayout" Target="../slideLayouts/slideLayout300.xml"/><Relationship Id="rId12" Type="http://schemas.openxmlformats.org/officeDocument/2006/relationships/slideLayout" Target="../slideLayouts/slideLayout305.xml"/><Relationship Id="rId17" Type="http://schemas.openxmlformats.org/officeDocument/2006/relationships/slideLayout" Target="../slideLayouts/slideLayout310.xml"/><Relationship Id="rId25" Type="http://schemas.openxmlformats.org/officeDocument/2006/relationships/slideLayout" Target="../slideLayouts/slideLayout318.xml"/><Relationship Id="rId2" Type="http://schemas.openxmlformats.org/officeDocument/2006/relationships/slideLayout" Target="../slideLayouts/slideLayout295.xml"/><Relationship Id="rId16" Type="http://schemas.openxmlformats.org/officeDocument/2006/relationships/slideLayout" Target="../slideLayouts/slideLayout309.xml"/><Relationship Id="rId20" Type="http://schemas.openxmlformats.org/officeDocument/2006/relationships/slideLayout" Target="../slideLayouts/slideLayout313.xml"/><Relationship Id="rId29" Type="http://schemas.openxmlformats.org/officeDocument/2006/relationships/image" Target="../media/image8.jpeg"/><Relationship Id="rId1" Type="http://schemas.openxmlformats.org/officeDocument/2006/relationships/slideLayout" Target="../slideLayouts/slideLayout294.xml"/><Relationship Id="rId6" Type="http://schemas.openxmlformats.org/officeDocument/2006/relationships/slideLayout" Target="../slideLayouts/slideLayout299.xml"/><Relationship Id="rId11" Type="http://schemas.openxmlformats.org/officeDocument/2006/relationships/slideLayout" Target="../slideLayouts/slideLayout304.xml"/><Relationship Id="rId24" Type="http://schemas.openxmlformats.org/officeDocument/2006/relationships/slideLayout" Target="../slideLayouts/slideLayout317.xml"/><Relationship Id="rId5" Type="http://schemas.openxmlformats.org/officeDocument/2006/relationships/slideLayout" Target="../slideLayouts/slideLayout298.xml"/><Relationship Id="rId15" Type="http://schemas.openxmlformats.org/officeDocument/2006/relationships/slideLayout" Target="../slideLayouts/slideLayout308.xml"/><Relationship Id="rId23" Type="http://schemas.openxmlformats.org/officeDocument/2006/relationships/slideLayout" Target="../slideLayouts/slideLayout316.xml"/><Relationship Id="rId28" Type="http://schemas.openxmlformats.org/officeDocument/2006/relationships/theme" Target="../theme/theme23.xml"/><Relationship Id="rId10" Type="http://schemas.openxmlformats.org/officeDocument/2006/relationships/slideLayout" Target="../slideLayouts/slideLayout303.xml"/><Relationship Id="rId19" Type="http://schemas.openxmlformats.org/officeDocument/2006/relationships/slideLayout" Target="../slideLayouts/slideLayout312.xml"/><Relationship Id="rId4" Type="http://schemas.openxmlformats.org/officeDocument/2006/relationships/slideLayout" Target="../slideLayouts/slideLayout297.xml"/><Relationship Id="rId9" Type="http://schemas.openxmlformats.org/officeDocument/2006/relationships/slideLayout" Target="../slideLayouts/slideLayout302.xml"/><Relationship Id="rId14" Type="http://schemas.openxmlformats.org/officeDocument/2006/relationships/slideLayout" Target="../slideLayouts/slideLayout307.xml"/><Relationship Id="rId22" Type="http://schemas.openxmlformats.org/officeDocument/2006/relationships/slideLayout" Target="../slideLayouts/slideLayout315.xml"/><Relationship Id="rId27" Type="http://schemas.openxmlformats.org/officeDocument/2006/relationships/slideLayout" Target="../slideLayouts/slideLayout320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8.xml"/><Relationship Id="rId13" Type="http://schemas.openxmlformats.org/officeDocument/2006/relationships/theme" Target="../theme/theme24.xml"/><Relationship Id="rId3" Type="http://schemas.openxmlformats.org/officeDocument/2006/relationships/slideLayout" Target="../slideLayouts/slideLayout323.xml"/><Relationship Id="rId7" Type="http://schemas.openxmlformats.org/officeDocument/2006/relationships/slideLayout" Target="../slideLayouts/slideLayout327.xml"/><Relationship Id="rId12" Type="http://schemas.openxmlformats.org/officeDocument/2006/relationships/slideLayout" Target="../slideLayouts/slideLayout332.xml"/><Relationship Id="rId2" Type="http://schemas.openxmlformats.org/officeDocument/2006/relationships/slideLayout" Target="../slideLayouts/slideLayout322.xml"/><Relationship Id="rId1" Type="http://schemas.openxmlformats.org/officeDocument/2006/relationships/slideLayout" Target="../slideLayouts/slideLayout321.xml"/><Relationship Id="rId6" Type="http://schemas.openxmlformats.org/officeDocument/2006/relationships/slideLayout" Target="../slideLayouts/slideLayout326.xml"/><Relationship Id="rId11" Type="http://schemas.openxmlformats.org/officeDocument/2006/relationships/slideLayout" Target="../slideLayouts/slideLayout331.xml"/><Relationship Id="rId5" Type="http://schemas.openxmlformats.org/officeDocument/2006/relationships/slideLayout" Target="../slideLayouts/slideLayout325.xml"/><Relationship Id="rId10" Type="http://schemas.openxmlformats.org/officeDocument/2006/relationships/slideLayout" Target="../slideLayouts/slideLayout330.xml"/><Relationship Id="rId4" Type="http://schemas.openxmlformats.org/officeDocument/2006/relationships/slideLayout" Target="../slideLayouts/slideLayout324.xml"/><Relationship Id="rId9" Type="http://schemas.openxmlformats.org/officeDocument/2006/relationships/slideLayout" Target="../slideLayouts/slideLayout329.xml"/><Relationship Id="rId14" Type="http://schemas.openxmlformats.org/officeDocument/2006/relationships/image" Target="../media/image1.png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0.xml"/><Relationship Id="rId13" Type="http://schemas.openxmlformats.org/officeDocument/2006/relationships/slideLayout" Target="../slideLayouts/slideLayout345.xml"/><Relationship Id="rId3" Type="http://schemas.openxmlformats.org/officeDocument/2006/relationships/slideLayout" Target="../slideLayouts/slideLayout335.xml"/><Relationship Id="rId7" Type="http://schemas.openxmlformats.org/officeDocument/2006/relationships/slideLayout" Target="../slideLayouts/slideLayout339.xml"/><Relationship Id="rId12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33.xml"/><Relationship Id="rId6" Type="http://schemas.openxmlformats.org/officeDocument/2006/relationships/slideLayout" Target="../slideLayouts/slideLayout338.xml"/><Relationship Id="rId11" Type="http://schemas.openxmlformats.org/officeDocument/2006/relationships/slideLayout" Target="../slideLayouts/slideLayout343.xml"/><Relationship Id="rId5" Type="http://schemas.openxmlformats.org/officeDocument/2006/relationships/slideLayout" Target="../slideLayouts/slideLayout33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42.xml"/><Relationship Id="rId4" Type="http://schemas.openxmlformats.org/officeDocument/2006/relationships/slideLayout" Target="../slideLayouts/slideLayout336.xml"/><Relationship Id="rId9" Type="http://schemas.openxmlformats.org/officeDocument/2006/relationships/slideLayout" Target="../slideLayouts/slideLayout341.xml"/><Relationship Id="rId14" Type="http://schemas.openxmlformats.org/officeDocument/2006/relationships/theme" Target="../theme/theme25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3.xml"/><Relationship Id="rId13" Type="http://schemas.openxmlformats.org/officeDocument/2006/relationships/slideLayout" Target="../slideLayouts/slideLayout358.xml"/><Relationship Id="rId18" Type="http://schemas.openxmlformats.org/officeDocument/2006/relationships/slideLayout" Target="../slideLayouts/slideLayout363.xml"/><Relationship Id="rId26" Type="http://schemas.openxmlformats.org/officeDocument/2006/relationships/slideLayout" Target="../slideLayouts/slideLayout371.xml"/><Relationship Id="rId3" Type="http://schemas.openxmlformats.org/officeDocument/2006/relationships/slideLayout" Target="../slideLayouts/slideLayout348.xml"/><Relationship Id="rId21" Type="http://schemas.openxmlformats.org/officeDocument/2006/relationships/slideLayout" Target="../slideLayouts/slideLayout366.xml"/><Relationship Id="rId7" Type="http://schemas.openxmlformats.org/officeDocument/2006/relationships/slideLayout" Target="../slideLayouts/slideLayout352.xml"/><Relationship Id="rId12" Type="http://schemas.openxmlformats.org/officeDocument/2006/relationships/slideLayout" Target="../slideLayouts/slideLayout357.xml"/><Relationship Id="rId17" Type="http://schemas.openxmlformats.org/officeDocument/2006/relationships/slideLayout" Target="../slideLayouts/slideLayout362.xml"/><Relationship Id="rId25" Type="http://schemas.openxmlformats.org/officeDocument/2006/relationships/slideLayout" Target="../slideLayouts/slideLayout370.xml"/><Relationship Id="rId2" Type="http://schemas.openxmlformats.org/officeDocument/2006/relationships/slideLayout" Target="../slideLayouts/slideLayout347.xml"/><Relationship Id="rId16" Type="http://schemas.openxmlformats.org/officeDocument/2006/relationships/slideLayout" Target="../slideLayouts/slideLayout361.xml"/><Relationship Id="rId20" Type="http://schemas.openxmlformats.org/officeDocument/2006/relationships/slideLayout" Target="../slideLayouts/slideLayout365.xml"/><Relationship Id="rId29" Type="http://schemas.openxmlformats.org/officeDocument/2006/relationships/image" Target="../media/image8.jpeg"/><Relationship Id="rId1" Type="http://schemas.openxmlformats.org/officeDocument/2006/relationships/slideLayout" Target="../slideLayouts/slideLayout346.xml"/><Relationship Id="rId6" Type="http://schemas.openxmlformats.org/officeDocument/2006/relationships/slideLayout" Target="../slideLayouts/slideLayout351.xml"/><Relationship Id="rId11" Type="http://schemas.openxmlformats.org/officeDocument/2006/relationships/slideLayout" Target="../slideLayouts/slideLayout356.xml"/><Relationship Id="rId24" Type="http://schemas.openxmlformats.org/officeDocument/2006/relationships/slideLayout" Target="../slideLayouts/slideLayout369.xml"/><Relationship Id="rId5" Type="http://schemas.openxmlformats.org/officeDocument/2006/relationships/slideLayout" Target="../slideLayouts/slideLayout350.xml"/><Relationship Id="rId15" Type="http://schemas.openxmlformats.org/officeDocument/2006/relationships/slideLayout" Target="../slideLayouts/slideLayout360.xml"/><Relationship Id="rId23" Type="http://schemas.openxmlformats.org/officeDocument/2006/relationships/slideLayout" Target="../slideLayouts/slideLayout368.xml"/><Relationship Id="rId28" Type="http://schemas.openxmlformats.org/officeDocument/2006/relationships/theme" Target="../theme/theme26.xml"/><Relationship Id="rId10" Type="http://schemas.openxmlformats.org/officeDocument/2006/relationships/slideLayout" Target="../slideLayouts/slideLayout355.xml"/><Relationship Id="rId19" Type="http://schemas.openxmlformats.org/officeDocument/2006/relationships/slideLayout" Target="../slideLayouts/slideLayout364.xml"/><Relationship Id="rId4" Type="http://schemas.openxmlformats.org/officeDocument/2006/relationships/slideLayout" Target="../slideLayouts/slideLayout349.xml"/><Relationship Id="rId9" Type="http://schemas.openxmlformats.org/officeDocument/2006/relationships/slideLayout" Target="../slideLayouts/slideLayout354.xml"/><Relationship Id="rId14" Type="http://schemas.openxmlformats.org/officeDocument/2006/relationships/slideLayout" Target="../slideLayouts/slideLayout359.xml"/><Relationship Id="rId22" Type="http://schemas.openxmlformats.org/officeDocument/2006/relationships/slideLayout" Target="../slideLayouts/slideLayout367.xml"/><Relationship Id="rId27" Type="http://schemas.openxmlformats.org/officeDocument/2006/relationships/slideLayout" Target="../slideLayouts/slideLayout372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90.xml"/><Relationship Id="rId26" Type="http://schemas.openxmlformats.org/officeDocument/2006/relationships/theme" Target="../theme/theme27.xml"/><Relationship Id="rId3" Type="http://schemas.openxmlformats.org/officeDocument/2006/relationships/slideLayout" Target="../slideLayouts/slideLayout375.xml"/><Relationship Id="rId21" Type="http://schemas.openxmlformats.org/officeDocument/2006/relationships/slideLayout" Target="../slideLayouts/slideLayout393.xml"/><Relationship Id="rId7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9.xml"/><Relationship Id="rId25" Type="http://schemas.openxmlformats.org/officeDocument/2006/relationships/slideLayout" Target="../slideLayouts/slideLayout397.xml"/><Relationship Id="rId2" Type="http://schemas.openxmlformats.org/officeDocument/2006/relationships/slideLayout" Target="../slideLayouts/slideLayout374.xml"/><Relationship Id="rId16" Type="http://schemas.openxmlformats.org/officeDocument/2006/relationships/slideLayout" Target="../slideLayouts/slideLayout388.xml"/><Relationship Id="rId20" Type="http://schemas.openxmlformats.org/officeDocument/2006/relationships/slideLayout" Target="../slideLayouts/slideLayout392.xml"/><Relationship Id="rId1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83.xml"/><Relationship Id="rId24" Type="http://schemas.openxmlformats.org/officeDocument/2006/relationships/slideLayout" Target="../slideLayouts/slideLayout396.xml"/><Relationship Id="rId5" Type="http://schemas.openxmlformats.org/officeDocument/2006/relationships/slideLayout" Target="../slideLayouts/slideLayout377.xml"/><Relationship Id="rId15" Type="http://schemas.openxmlformats.org/officeDocument/2006/relationships/slideLayout" Target="../slideLayouts/slideLayout387.xml"/><Relationship Id="rId23" Type="http://schemas.openxmlformats.org/officeDocument/2006/relationships/slideLayout" Target="../slideLayouts/slideLayout395.xml"/><Relationship Id="rId10" Type="http://schemas.openxmlformats.org/officeDocument/2006/relationships/slideLayout" Target="../slideLayouts/slideLayout382.xml"/><Relationship Id="rId19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6.xml"/><Relationship Id="rId22" Type="http://schemas.openxmlformats.org/officeDocument/2006/relationships/slideLayout" Target="../slideLayouts/slideLayout394.xml"/><Relationship Id="rId27" Type="http://schemas.openxmlformats.org/officeDocument/2006/relationships/image" Target="../media/image8.jpeg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5.xml"/><Relationship Id="rId13" Type="http://schemas.openxmlformats.org/officeDocument/2006/relationships/theme" Target="../theme/theme28.xml"/><Relationship Id="rId3" Type="http://schemas.openxmlformats.org/officeDocument/2006/relationships/slideLayout" Target="../slideLayouts/slideLayout400.xml"/><Relationship Id="rId7" Type="http://schemas.openxmlformats.org/officeDocument/2006/relationships/slideLayout" Target="../slideLayouts/slideLayout404.xml"/><Relationship Id="rId12" Type="http://schemas.openxmlformats.org/officeDocument/2006/relationships/slideLayout" Target="../slideLayouts/slideLayout409.xml"/><Relationship Id="rId2" Type="http://schemas.openxmlformats.org/officeDocument/2006/relationships/slideLayout" Target="../slideLayouts/slideLayout399.xml"/><Relationship Id="rId1" Type="http://schemas.openxmlformats.org/officeDocument/2006/relationships/slideLayout" Target="../slideLayouts/slideLayout398.xml"/><Relationship Id="rId6" Type="http://schemas.openxmlformats.org/officeDocument/2006/relationships/slideLayout" Target="../slideLayouts/slideLayout403.xml"/><Relationship Id="rId11" Type="http://schemas.openxmlformats.org/officeDocument/2006/relationships/slideLayout" Target="../slideLayouts/slideLayout408.xml"/><Relationship Id="rId5" Type="http://schemas.openxmlformats.org/officeDocument/2006/relationships/slideLayout" Target="../slideLayouts/slideLayout402.xml"/><Relationship Id="rId10" Type="http://schemas.openxmlformats.org/officeDocument/2006/relationships/slideLayout" Target="../slideLayouts/slideLayout407.xml"/><Relationship Id="rId4" Type="http://schemas.openxmlformats.org/officeDocument/2006/relationships/slideLayout" Target="../slideLayouts/slideLayout401.xml"/><Relationship Id="rId9" Type="http://schemas.openxmlformats.org/officeDocument/2006/relationships/slideLayout" Target="../slideLayouts/slideLayout406.xml"/><Relationship Id="rId14" Type="http://schemas.openxmlformats.org/officeDocument/2006/relationships/image" Target="../media/image1.png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7.xml"/><Relationship Id="rId13" Type="http://schemas.openxmlformats.org/officeDocument/2006/relationships/slideLayout" Target="../slideLayouts/slideLayout422.xml"/><Relationship Id="rId18" Type="http://schemas.openxmlformats.org/officeDocument/2006/relationships/slideLayout" Target="../slideLayouts/slideLayout427.xml"/><Relationship Id="rId26" Type="http://schemas.openxmlformats.org/officeDocument/2006/relationships/slideLayout" Target="../slideLayouts/slideLayout435.xml"/><Relationship Id="rId3" Type="http://schemas.openxmlformats.org/officeDocument/2006/relationships/slideLayout" Target="../slideLayouts/slideLayout412.xml"/><Relationship Id="rId21" Type="http://schemas.openxmlformats.org/officeDocument/2006/relationships/slideLayout" Target="../slideLayouts/slideLayout430.xml"/><Relationship Id="rId7" Type="http://schemas.openxmlformats.org/officeDocument/2006/relationships/slideLayout" Target="../slideLayouts/slideLayout416.xml"/><Relationship Id="rId12" Type="http://schemas.openxmlformats.org/officeDocument/2006/relationships/slideLayout" Target="../slideLayouts/slideLayout421.xml"/><Relationship Id="rId17" Type="http://schemas.openxmlformats.org/officeDocument/2006/relationships/slideLayout" Target="../slideLayouts/slideLayout426.xml"/><Relationship Id="rId25" Type="http://schemas.openxmlformats.org/officeDocument/2006/relationships/slideLayout" Target="../slideLayouts/slideLayout434.xml"/><Relationship Id="rId2" Type="http://schemas.openxmlformats.org/officeDocument/2006/relationships/slideLayout" Target="../slideLayouts/slideLayout411.xml"/><Relationship Id="rId16" Type="http://schemas.openxmlformats.org/officeDocument/2006/relationships/slideLayout" Target="../slideLayouts/slideLayout425.xml"/><Relationship Id="rId20" Type="http://schemas.openxmlformats.org/officeDocument/2006/relationships/slideLayout" Target="../slideLayouts/slideLayout429.xml"/><Relationship Id="rId29" Type="http://schemas.openxmlformats.org/officeDocument/2006/relationships/image" Target="../media/image8.jpeg"/><Relationship Id="rId1" Type="http://schemas.openxmlformats.org/officeDocument/2006/relationships/slideLayout" Target="../slideLayouts/slideLayout410.xml"/><Relationship Id="rId6" Type="http://schemas.openxmlformats.org/officeDocument/2006/relationships/slideLayout" Target="../slideLayouts/slideLayout415.xml"/><Relationship Id="rId11" Type="http://schemas.openxmlformats.org/officeDocument/2006/relationships/slideLayout" Target="../slideLayouts/slideLayout420.xml"/><Relationship Id="rId24" Type="http://schemas.openxmlformats.org/officeDocument/2006/relationships/slideLayout" Target="../slideLayouts/slideLayout433.xml"/><Relationship Id="rId5" Type="http://schemas.openxmlformats.org/officeDocument/2006/relationships/slideLayout" Target="../slideLayouts/slideLayout414.xml"/><Relationship Id="rId15" Type="http://schemas.openxmlformats.org/officeDocument/2006/relationships/slideLayout" Target="../slideLayouts/slideLayout424.xml"/><Relationship Id="rId23" Type="http://schemas.openxmlformats.org/officeDocument/2006/relationships/slideLayout" Target="../slideLayouts/slideLayout432.xml"/><Relationship Id="rId28" Type="http://schemas.openxmlformats.org/officeDocument/2006/relationships/theme" Target="../theme/theme29.xml"/><Relationship Id="rId10" Type="http://schemas.openxmlformats.org/officeDocument/2006/relationships/slideLayout" Target="../slideLayouts/slideLayout419.xml"/><Relationship Id="rId19" Type="http://schemas.openxmlformats.org/officeDocument/2006/relationships/slideLayout" Target="../slideLayouts/slideLayout428.xml"/><Relationship Id="rId4" Type="http://schemas.openxmlformats.org/officeDocument/2006/relationships/slideLayout" Target="../slideLayouts/slideLayout413.xml"/><Relationship Id="rId9" Type="http://schemas.openxmlformats.org/officeDocument/2006/relationships/slideLayout" Target="../slideLayouts/slideLayout418.xml"/><Relationship Id="rId14" Type="http://schemas.openxmlformats.org/officeDocument/2006/relationships/slideLayout" Target="../slideLayouts/slideLayout423.xml"/><Relationship Id="rId22" Type="http://schemas.openxmlformats.org/officeDocument/2006/relationships/slideLayout" Target="../slideLayouts/slideLayout431.xml"/><Relationship Id="rId27" Type="http://schemas.openxmlformats.org/officeDocument/2006/relationships/slideLayout" Target="../slideLayouts/slideLayout436.xml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4.xml"/><Relationship Id="rId13" Type="http://schemas.openxmlformats.org/officeDocument/2006/relationships/slideLayout" Target="../slideLayouts/slideLayout449.xml"/><Relationship Id="rId18" Type="http://schemas.openxmlformats.org/officeDocument/2006/relationships/slideLayout" Target="../slideLayouts/slideLayout454.xml"/><Relationship Id="rId26" Type="http://schemas.openxmlformats.org/officeDocument/2006/relationships/theme" Target="../theme/theme30.xml"/><Relationship Id="rId3" Type="http://schemas.openxmlformats.org/officeDocument/2006/relationships/slideLayout" Target="../slideLayouts/slideLayout439.xml"/><Relationship Id="rId21" Type="http://schemas.openxmlformats.org/officeDocument/2006/relationships/slideLayout" Target="../slideLayouts/slideLayout457.xml"/><Relationship Id="rId7" Type="http://schemas.openxmlformats.org/officeDocument/2006/relationships/slideLayout" Target="../slideLayouts/slideLayout443.xml"/><Relationship Id="rId12" Type="http://schemas.openxmlformats.org/officeDocument/2006/relationships/slideLayout" Target="../slideLayouts/slideLayout448.xml"/><Relationship Id="rId17" Type="http://schemas.openxmlformats.org/officeDocument/2006/relationships/slideLayout" Target="../slideLayouts/slideLayout453.xml"/><Relationship Id="rId25" Type="http://schemas.openxmlformats.org/officeDocument/2006/relationships/slideLayout" Target="../slideLayouts/slideLayout461.xml"/><Relationship Id="rId2" Type="http://schemas.openxmlformats.org/officeDocument/2006/relationships/slideLayout" Target="../slideLayouts/slideLayout438.xml"/><Relationship Id="rId16" Type="http://schemas.openxmlformats.org/officeDocument/2006/relationships/slideLayout" Target="../slideLayouts/slideLayout452.xml"/><Relationship Id="rId20" Type="http://schemas.openxmlformats.org/officeDocument/2006/relationships/slideLayout" Target="../slideLayouts/slideLayout456.xml"/><Relationship Id="rId1" Type="http://schemas.openxmlformats.org/officeDocument/2006/relationships/slideLayout" Target="../slideLayouts/slideLayout437.xml"/><Relationship Id="rId6" Type="http://schemas.openxmlformats.org/officeDocument/2006/relationships/slideLayout" Target="../slideLayouts/slideLayout442.xml"/><Relationship Id="rId11" Type="http://schemas.openxmlformats.org/officeDocument/2006/relationships/slideLayout" Target="../slideLayouts/slideLayout447.xml"/><Relationship Id="rId24" Type="http://schemas.openxmlformats.org/officeDocument/2006/relationships/slideLayout" Target="../slideLayouts/slideLayout460.xml"/><Relationship Id="rId5" Type="http://schemas.openxmlformats.org/officeDocument/2006/relationships/slideLayout" Target="../slideLayouts/slideLayout441.xml"/><Relationship Id="rId15" Type="http://schemas.openxmlformats.org/officeDocument/2006/relationships/slideLayout" Target="../slideLayouts/slideLayout451.xml"/><Relationship Id="rId23" Type="http://schemas.openxmlformats.org/officeDocument/2006/relationships/slideLayout" Target="../slideLayouts/slideLayout459.xml"/><Relationship Id="rId10" Type="http://schemas.openxmlformats.org/officeDocument/2006/relationships/slideLayout" Target="../slideLayouts/slideLayout446.xml"/><Relationship Id="rId19" Type="http://schemas.openxmlformats.org/officeDocument/2006/relationships/slideLayout" Target="../slideLayouts/slideLayout455.xml"/><Relationship Id="rId4" Type="http://schemas.openxmlformats.org/officeDocument/2006/relationships/slideLayout" Target="../slideLayouts/slideLayout440.xml"/><Relationship Id="rId9" Type="http://schemas.openxmlformats.org/officeDocument/2006/relationships/slideLayout" Target="../slideLayouts/slideLayout445.xml"/><Relationship Id="rId14" Type="http://schemas.openxmlformats.org/officeDocument/2006/relationships/slideLayout" Target="../slideLayouts/slideLayout450.xml"/><Relationship Id="rId22" Type="http://schemas.openxmlformats.org/officeDocument/2006/relationships/slideLayout" Target="../slideLayouts/slideLayout458.xml"/><Relationship Id="rId27" Type="http://schemas.openxmlformats.org/officeDocument/2006/relationships/image" Target="../media/image8.jpeg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9.xml"/><Relationship Id="rId13" Type="http://schemas.openxmlformats.org/officeDocument/2006/relationships/slideLayout" Target="../slideLayouts/slideLayout474.xml"/><Relationship Id="rId18" Type="http://schemas.openxmlformats.org/officeDocument/2006/relationships/slideLayout" Target="../slideLayouts/slideLayout479.xml"/><Relationship Id="rId26" Type="http://schemas.openxmlformats.org/officeDocument/2006/relationships/theme" Target="../theme/theme31.xml"/><Relationship Id="rId3" Type="http://schemas.openxmlformats.org/officeDocument/2006/relationships/slideLayout" Target="../slideLayouts/slideLayout464.xml"/><Relationship Id="rId21" Type="http://schemas.openxmlformats.org/officeDocument/2006/relationships/slideLayout" Target="../slideLayouts/slideLayout482.xml"/><Relationship Id="rId7" Type="http://schemas.openxmlformats.org/officeDocument/2006/relationships/slideLayout" Target="../slideLayouts/slideLayout468.xml"/><Relationship Id="rId12" Type="http://schemas.openxmlformats.org/officeDocument/2006/relationships/slideLayout" Target="../slideLayouts/slideLayout473.xml"/><Relationship Id="rId17" Type="http://schemas.openxmlformats.org/officeDocument/2006/relationships/slideLayout" Target="../slideLayouts/slideLayout478.xml"/><Relationship Id="rId25" Type="http://schemas.openxmlformats.org/officeDocument/2006/relationships/slideLayout" Target="../slideLayouts/slideLayout486.xml"/><Relationship Id="rId2" Type="http://schemas.openxmlformats.org/officeDocument/2006/relationships/slideLayout" Target="../slideLayouts/slideLayout463.xml"/><Relationship Id="rId16" Type="http://schemas.openxmlformats.org/officeDocument/2006/relationships/slideLayout" Target="../slideLayouts/slideLayout477.xml"/><Relationship Id="rId20" Type="http://schemas.openxmlformats.org/officeDocument/2006/relationships/slideLayout" Target="../slideLayouts/slideLayout481.xml"/><Relationship Id="rId1" Type="http://schemas.openxmlformats.org/officeDocument/2006/relationships/slideLayout" Target="../slideLayouts/slideLayout462.xml"/><Relationship Id="rId6" Type="http://schemas.openxmlformats.org/officeDocument/2006/relationships/slideLayout" Target="../slideLayouts/slideLayout467.xml"/><Relationship Id="rId11" Type="http://schemas.openxmlformats.org/officeDocument/2006/relationships/slideLayout" Target="../slideLayouts/slideLayout472.xml"/><Relationship Id="rId24" Type="http://schemas.openxmlformats.org/officeDocument/2006/relationships/slideLayout" Target="../slideLayouts/slideLayout485.xml"/><Relationship Id="rId5" Type="http://schemas.openxmlformats.org/officeDocument/2006/relationships/slideLayout" Target="../slideLayouts/slideLayout466.xml"/><Relationship Id="rId15" Type="http://schemas.openxmlformats.org/officeDocument/2006/relationships/slideLayout" Target="../slideLayouts/slideLayout476.xml"/><Relationship Id="rId23" Type="http://schemas.openxmlformats.org/officeDocument/2006/relationships/slideLayout" Target="../slideLayouts/slideLayout484.xml"/><Relationship Id="rId10" Type="http://schemas.openxmlformats.org/officeDocument/2006/relationships/slideLayout" Target="../slideLayouts/slideLayout471.xml"/><Relationship Id="rId19" Type="http://schemas.openxmlformats.org/officeDocument/2006/relationships/slideLayout" Target="../slideLayouts/slideLayout480.xml"/><Relationship Id="rId4" Type="http://schemas.openxmlformats.org/officeDocument/2006/relationships/slideLayout" Target="../slideLayouts/slideLayout465.xml"/><Relationship Id="rId9" Type="http://schemas.openxmlformats.org/officeDocument/2006/relationships/slideLayout" Target="../slideLayouts/slideLayout470.xml"/><Relationship Id="rId14" Type="http://schemas.openxmlformats.org/officeDocument/2006/relationships/slideLayout" Target="../slideLayouts/slideLayout475.xml"/><Relationship Id="rId22" Type="http://schemas.openxmlformats.org/officeDocument/2006/relationships/slideLayout" Target="../slideLayouts/slideLayout483.xml"/><Relationship Id="rId27" Type="http://schemas.openxmlformats.org/officeDocument/2006/relationships/image" Target="../media/image8.jpeg"/></Relationships>
</file>

<file path=ppt/slideMasters/_rels/slideMaster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4.xml"/><Relationship Id="rId13" Type="http://schemas.openxmlformats.org/officeDocument/2006/relationships/slideLayout" Target="../slideLayouts/slideLayout499.xml"/><Relationship Id="rId18" Type="http://schemas.openxmlformats.org/officeDocument/2006/relationships/slideLayout" Target="../slideLayouts/slideLayout504.xml"/><Relationship Id="rId26" Type="http://schemas.openxmlformats.org/officeDocument/2006/relationships/slideLayout" Target="../slideLayouts/slideLayout512.xml"/><Relationship Id="rId3" Type="http://schemas.openxmlformats.org/officeDocument/2006/relationships/slideLayout" Target="../slideLayouts/slideLayout489.xml"/><Relationship Id="rId21" Type="http://schemas.openxmlformats.org/officeDocument/2006/relationships/slideLayout" Target="../slideLayouts/slideLayout507.xml"/><Relationship Id="rId7" Type="http://schemas.openxmlformats.org/officeDocument/2006/relationships/slideLayout" Target="../slideLayouts/slideLayout493.xml"/><Relationship Id="rId12" Type="http://schemas.openxmlformats.org/officeDocument/2006/relationships/slideLayout" Target="../slideLayouts/slideLayout498.xml"/><Relationship Id="rId17" Type="http://schemas.openxmlformats.org/officeDocument/2006/relationships/slideLayout" Target="../slideLayouts/slideLayout503.xml"/><Relationship Id="rId25" Type="http://schemas.openxmlformats.org/officeDocument/2006/relationships/slideLayout" Target="../slideLayouts/slideLayout511.xml"/><Relationship Id="rId2" Type="http://schemas.openxmlformats.org/officeDocument/2006/relationships/slideLayout" Target="../slideLayouts/slideLayout488.xml"/><Relationship Id="rId16" Type="http://schemas.openxmlformats.org/officeDocument/2006/relationships/slideLayout" Target="../slideLayouts/slideLayout502.xml"/><Relationship Id="rId20" Type="http://schemas.openxmlformats.org/officeDocument/2006/relationships/slideLayout" Target="../slideLayouts/slideLayout506.xml"/><Relationship Id="rId29" Type="http://schemas.openxmlformats.org/officeDocument/2006/relationships/image" Target="../media/image8.jpeg"/><Relationship Id="rId1" Type="http://schemas.openxmlformats.org/officeDocument/2006/relationships/slideLayout" Target="../slideLayouts/slideLayout487.xml"/><Relationship Id="rId6" Type="http://schemas.openxmlformats.org/officeDocument/2006/relationships/slideLayout" Target="../slideLayouts/slideLayout492.xml"/><Relationship Id="rId11" Type="http://schemas.openxmlformats.org/officeDocument/2006/relationships/slideLayout" Target="../slideLayouts/slideLayout497.xml"/><Relationship Id="rId24" Type="http://schemas.openxmlformats.org/officeDocument/2006/relationships/slideLayout" Target="../slideLayouts/slideLayout510.xml"/><Relationship Id="rId5" Type="http://schemas.openxmlformats.org/officeDocument/2006/relationships/slideLayout" Target="../slideLayouts/slideLayout491.xml"/><Relationship Id="rId15" Type="http://schemas.openxmlformats.org/officeDocument/2006/relationships/slideLayout" Target="../slideLayouts/slideLayout501.xml"/><Relationship Id="rId23" Type="http://schemas.openxmlformats.org/officeDocument/2006/relationships/slideLayout" Target="../slideLayouts/slideLayout509.xml"/><Relationship Id="rId28" Type="http://schemas.openxmlformats.org/officeDocument/2006/relationships/theme" Target="../theme/theme32.xml"/><Relationship Id="rId10" Type="http://schemas.openxmlformats.org/officeDocument/2006/relationships/slideLayout" Target="../slideLayouts/slideLayout496.xml"/><Relationship Id="rId19" Type="http://schemas.openxmlformats.org/officeDocument/2006/relationships/slideLayout" Target="../slideLayouts/slideLayout505.xml"/><Relationship Id="rId4" Type="http://schemas.openxmlformats.org/officeDocument/2006/relationships/slideLayout" Target="../slideLayouts/slideLayout490.xml"/><Relationship Id="rId9" Type="http://schemas.openxmlformats.org/officeDocument/2006/relationships/slideLayout" Target="../slideLayouts/slideLayout495.xml"/><Relationship Id="rId14" Type="http://schemas.openxmlformats.org/officeDocument/2006/relationships/slideLayout" Target="../slideLayouts/slideLayout500.xml"/><Relationship Id="rId22" Type="http://schemas.openxmlformats.org/officeDocument/2006/relationships/slideLayout" Target="../slideLayouts/slideLayout508.xml"/><Relationship Id="rId27" Type="http://schemas.openxmlformats.org/officeDocument/2006/relationships/slideLayout" Target="../slideLayouts/slideLayout513.xml"/></Relationships>
</file>

<file path=ppt/slideMasters/_rels/slideMaster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1.xml"/><Relationship Id="rId13" Type="http://schemas.openxmlformats.org/officeDocument/2006/relationships/slideLayout" Target="../slideLayouts/slideLayout526.xml"/><Relationship Id="rId18" Type="http://schemas.openxmlformats.org/officeDocument/2006/relationships/slideLayout" Target="../slideLayouts/slideLayout531.xml"/><Relationship Id="rId26" Type="http://schemas.openxmlformats.org/officeDocument/2006/relationships/slideLayout" Target="../slideLayouts/slideLayout539.xml"/><Relationship Id="rId3" Type="http://schemas.openxmlformats.org/officeDocument/2006/relationships/slideLayout" Target="../slideLayouts/slideLayout516.xml"/><Relationship Id="rId21" Type="http://schemas.openxmlformats.org/officeDocument/2006/relationships/slideLayout" Target="../slideLayouts/slideLayout534.xml"/><Relationship Id="rId7" Type="http://schemas.openxmlformats.org/officeDocument/2006/relationships/slideLayout" Target="../slideLayouts/slideLayout520.xml"/><Relationship Id="rId12" Type="http://schemas.openxmlformats.org/officeDocument/2006/relationships/slideLayout" Target="../slideLayouts/slideLayout525.xml"/><Relationship Id="rId17" Type="http://schemas.openxmlformats.org/officeDocument/2006/relationships/slideLayout" Target="../slideLayouts/slideLayout530.xml"/><Relationship Id="rId25" Type="http://schemas.openxmlformats.org/officeDocument/2006/relationships/slideLayout" Target="../slideLayouts/slideLayout538.xml"/><Relationship Id="rId2" Type="http://schemas.openxmlformats.org/officeDocument/2006/relationships/slideLayout" Target="../slideLayouts/slideLayout515.xml"/><Relationship Id="rId16" Type="http://schemas.openxmlformats.org/officeDocument/2006/relationships/slideLayout" Target="../slideLayouts/slideLayout529.xml"/><Relationship Id="rId20" Type="http://schemas.openxmlformats.org/officeDocument/2006/relationships/slideLayout" Target="../slideLayouts/slideLayout533.xml"/><Relationship Id="rId29" Type="http://schemas.openxmlformats.org/officeDocument/2006/relationships/image" Target="../media/image8.jpeg"/><Relationship Id="rId1" Type="http://schemas.openxmlformats.org/officeDocument/2006/relationships/slideLayout" Target="../slideLayouts/slideLayout514.xml"/><Relationship Id="rId6" Type="http://schemas.openxmlformats.org/officeDocument/2006/relationships/slideLayout" Target="../slideLayouts/slideLayout519.xml"/><Relationship Id="rId11" Type="http://schemas.openxmlformats.org/officeDocument/2006/relationships/slideLayout" Target="../slideLayouts/slideLayout524.xml"/><Relationship Id="rId24" Type="http://schemas.openxmlformats.org/officeDocument/2006/relationships/slideLayout" Target="../slideLayouts/slideLayout537.xml"/><Relationship Id="rId5" Type="http://schemas.openxmlformats.org/officeDocument/2006/relationships/slideLayout" Target="../slideLayouts/slideLayout518.xml"/><Relationship Id="rId15" Type="http://schemas.openxmlformats.org/officeDocument/2006/relationships/slideLayout" Target="../slideLayouts/slideLayout528.xml"/><Relationship Id="rId23" Type="http://schemas.openxmlformats.org/officeDocument/2006/relationships/slideLayout" Target="../slideLayouts/slideLayout536.xml"/><Relationship Id="rId28" Type="http://schemas.openxmlformats.org/officeDocument/2006/relationships/theme" Target="../theme/theme33.xml"/><Relationship Id="rId10" Type="http://schemas.openxmlformats.org/officeDocument/2006/relationships/slideLayout" Target="../slideLayouts/slideLayout523.xml"/><Relationship Id="rId19" Type="http://schemas.openxmlformats.org/officeDocument/2006/relationships/slideLayout" Target="../slideLayouts/slideLayout532.xml"/><Relationship Id="rId4" Type="http://schemas.openxmlformats.org/officeDocument/2006/relationships/slideLayout" Target="../slideLayouts/slideLayout517.xml"/><Relationship Id="rId9" Type="http://schemas.openxmlformats.org/officeDocument/2006/relationships/slideLayout" Target="../slideLayouts/slideLayout522.xml"/><Relationship Id="rId14" Type="http://schemas.openxmlformats.org/officeDocument/2006/relationships/slideLayout" Target="../slideLayouts/slideLayout527.xml"/><Relationship Id="rId22" Type="http://schemas.openxmlformats.org/officeDocument/2006/relationships/slideLayout" Target="../slideLayouts/slideLayout535.xml"/><Relationship Id="rId27" Type="http://schemas.openxmlformats.org/officeDocument/2006/relationships/slideLayout" Target="../slideLayouts/slideLayout540.xml"/></Relationships>
</file>

<file path=ppt/slideMasters/_rels/slideMaster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8.xml"/><Relationship Id="rId13" Type="http://schemas.openxmlformats.org/officeDocument/2006/relationships/slideLayout" Target="../slideLayouts/slideLayout553.xml"/><Relationship Id="rId18" Type="http://schemas.openxmlformats.org/officeDocument/2006/relationships/slideLayout" Target="../slideLayouts/slideLayout558.xml"/><Relationship Id="rId26" Type="http://schemas.openxmlformats.org/officeDocument/2006/relationships/image" Target="../media/image8.jpeg"/><Relationship Id="rId3" Type="http://schemas.openxmlformats.org/officeDocument/2006/relationships/slideLayout" Target="../slideLayouts/slideLayout543.xml"/><Relationship Id="rId21" Type="http://schemas.openxmlformats.org/officeDocument/2006/relationships/slideLayout" Target="../slideLayouts/slideLayout561.xml"/><Relationship Id="rId7" Type="http://schemas.openxmlformats.org/officeDocument/2006/relationships/slideLayout" Target="../slideLayouts/slideLayout547.xml"/><Relationship Id="rId12" Type="http://schemas.openxmlformats.org/officeDocument/2006/relationships/slideLayout" Target="../slideLayouts/slideLayout552.xml"/><Relationship Id="rId17" Type="http://schemas.openxmlformats.org/officeDocument/2006/relationships/slideLayout" Target="../slideLayouts/slideLayout557.xml"/><Relationship Id="rId25" Type="http://schemas.openxmlformats.org/officeDocument/2006/relationships/theme" Target="../theme/theme34.xml"/><Relationship Id="rId2" Type="http://schemas.openxmlformats.org/officeDocument/2006/relationships/slideLayout" Target="../slideLayouts/slideLayout542.xml"/><Relationship Id="rId16" Type="http://schemas.openxmlformats.org/officeDocument/2006/relationships/slideLayout" Target="../slideLayouts/slideLayout556.xml"/><Relationship Id="rId20" Type="http://schemas.openxmlformats.org/officeDocument/2006/relationships/slideLayout" Target="../slideLayouts/slideLayout560.xml"/><Relationship Id="rId1" Type="http://schemas.openxmlformats.org/officeDocument/2006/relationships/slideLayout" Target="../slideLayouts/slideLayout541.xml"/><Relationship Id="rId6" Type="http://schemas.openxmlformats.org/officeDocument/2006/relationships/slideLayout" Target="../slideLayouts/slideLayout546.xml"/><Relationship Id="rId11" Type="http://schemas.openxmlformats.org/officeDocument/2006/relationships/slideLayout" Target="../slideLayouts/slideLayout551.xml"/><Relationship Id="rId24" Type="http://schemas.openxmlformats.org/officeDocument/2006/relationships/slideLayout" Target="../slideLayouts/slideLayout564.xml"/><Relationship Id="rId5" Type="http://schemas.openxmlformats.org/officeDocument/2006/relationships/slideLayout" Target="../slideLayouts/slideLayout545.xml"/><Relationship Id="rId15" Type="http://schemas.openxmlformats.org/officeDocument/2006/relationships/slideLayout" Target="../slideLayouts/slideLayout555.xml"/><Relationship Id="rId23" Type="http://schemas.openxmlformats.org/officeDocument/2006/relationships/slideLayout" Target="../slideLayouts/slideLayout563.xml"/><Relationship Id="rId10" Type="http://schemas.openxmlformats.org/officeDocument/2006/relationships/slideLayout" Target="../slideLayouts/slideLayout550.xml"/><Relationship Id="rId19" Type="http://schemas.openxmlformats.org/officeDocument/2006/relationships/slideLayout" Target="../slideLayouts/slideLayout559.xml"/><Relationship Id="rId4" Type="http://schemas.openxmlformats.org/officeDocument/2006/relationships/slideLayout" Target="../slideLayouts/slideLayout544.xml"/><Relationship Id="rId9" Type="http://schemas.openxmlformats.org/officeDocument/2006/relationships/slideLayout" Target="../slideLayouts/slideLayout549.xml"/><Relationship Id="rId14" Type="http://schemas.openxmlformats.org/officeDocument/2006/relationships/slideLayout" Target="../slideLayouts/slideLayout554.xml"/><Relationship Id="rId22" Type="http://schemas.openxmlformats.org/officeDocument/2006/relationships/slideLayout" Target="../slideLayouts/slideLayout562.xml"/></Relationships>
</file>

<file path=ppt/slideMasters/_rels/slideMaster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2.xml"/><Relationship Id="rId13" Type="http://schemas.openxmlformats.org/officeDocument/2006/relationships/slideLayout" Target="../slideLayouts/slideLayout577.xml"/><Relationship Id="rId18" Type="http://schemas.openxmlformats.org/officeDocument/2006/relationships/slideLayout" Target="../slideLayouts/slideLayout582.xml"/><Relationship Id="rId26" Type="http://schemas.openxmlformats.org/officeDocument/2006/relationships/image" Target="../media/image8.jpeg"/><Relationship Id="rId3" Type="http://schemas.openxmlformats.org/officeDocument/2006/relationships/slideLayout" Target="../slideLayouts/slideLayout567.xml"/><Relationship Id="rId21" Type="http://schemas.openxmlformats.org/officeDocument/2006/relationships/slideLayout" Target="../slideLayouts/slideLayout585.xml"/><Relationship Id="rId7" Type="http://schemas.openxmlformats.org/officeDocument/2006/relationships/slideLayout" Target="../slideLayouts/slideLayout571.xml"/><Relationship Id="rId12" Type="http://schemas.openxmlformats.org/officeDocument/2006/relationships/slideLayout" Target="../slideLayouts/slideLayout576.xml"/><Relationship Id="rId17" Type="http://schemas.openxmlformats.org/officeDocument/2006/relationships/slideLayout" Target="../slideLayouts/slideLayout581.xml"/><Relationship Id="rId25" Type="http://schemas.openxmlformats.org/officeDocument/2006/relationships/theme" Target="../theme/theme35.xml"/><Relationship Id="rId2" Type="http://schemas.openxmlformats.org/officeDocument/2006/relationships/slideLayout" Target="../slideLayouts/slideLayout566.xml"/><Relationship Id="rId16" Type="http://schemas.openxmlformats.org/officeDocument/2006/relationships/slideLayout" Target="../slideLayouts/slideLayout580.xml"/><Relationship Id="rId20" Type="http://schemas.openxmlformats.org/officeDocument/2006/relationships/slideLayout" Target="../slideLayouts/slideLayout584.xml"/><Relationship Id="rId1" Type="http://schemas.openxmlformats.org/officeDocument/2006/relationships/slideLayout" Target="../slideLayouts/slideLayout565.xml"/><Relationship Id="rId6" Type="http://schemas.openxmlformats.org/officeDocument/2006/relationships/slideLayout" Target="../slideLayouts/slideLayout570.xml"/><Relationship Id="rId11" Type="http://schemas.openxmlformats.org/officeDocument/2006/relationships/slideLayout" Target="../slideLayouts/slideLayout575.xml"/><Relationship Id="rId24" Type="http://schemas.openxmlformats.org/officeDocument/2006/relationships/slideLayout" Target="../slideLayouts/slideLayout588.xml"/><Relationship Id="rId5" Type="http://schemas.openxmlformats.org/officeDocument/2006/relationships/slideLayout" Target="../slideLayouts/slideLayout569.xml"/><Relationship Id="rId15" Type="http://schemas.openxmlformats.org/officeDocument/2006/relationships/slideLayout" Target="../slideLayouts/slideLayout579.xml"/><Relationship Id="rId23" Type="http://schemas.openxmlformats.org/officeDocument/2006/relationships/slideLayout" Target="../slideLayouts/slideLayout587.xml"/><Relationship Id="rId10" Type="http://schemas.openxmlformats.org/officeDocument/2006/relationships/slideLayout" Target="../slideLayouts/slideLayout574.xml"/><Relationship Id="rId19" Type="http://schemas.openxmlformats.org/officeDocument/2006/relationships/slideLayout" Target="../slideLayouts/slideLayout583.xml"/><Relationship Id="rId4" Type="http://schemas.openxmlformats.org/officeDocument/2006/relationships/slideLayout" Target="../slideLayouts/slideLayout568.xml"/><Relationship Id="rId9" Type="http://schemas.openxmlformats.org/officeDocument/2006/relationships/slideLayout" Target="../slideLayouts/slideLayout573.xml"/><Relationship Id="rId14" Type="http://schemas.openxmlformats.org/officeDocument/2006/relationships/slideLayout" Target="../slideLayouts/slideLayout578.xml"/><Relationship Id="rId22" Type="http://schemas.openxmlformats.org/officeDocument/2006/relationships/slideLayout" Target="../slideLayouts/slideLayout586.xml"/></Relationships>
</file>

<file path=ppt/slideMasters/_rels/slideMaster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6.xml"/><Relationship Id="rId13" Type="http://schemas.openxmlformats.org/officeDocument/2006/relationships/slideLayout" Target="../slideLayouts/slideLayout601.xml"/><Relationship Id="rId18" Type="http://schemas.openxmlformats.org/officeDocument/2006/relationships/slideLayout" Target="../slideLayouts/slideLayout606.xml"/><Relationship Id="rId26" Type="http://schemas.openxmlformats.org/officeDocument/2006/relationships/slideLayout" Target="../slideLayouts/slideLayout614.xml"/><Relationship Id="rId3" Type="http://schemas.openxmlformats.org/officeDocument/2006/relationships/slideLayout" Target="../slideLayouts/slideLayout591.xml"/><Relationship Id="rId21" Type="http://schemas.openxmlformats.org/officeDocument/2006/relationships/slideLayout" Target="../slideLayouts/slideLayout609.xml"/><Relationship Id="rId7" Type="http://schemas.openxmlformats.org/officeDocument/2006/relationships/slideLayout" Target="../slideLayouts/slideLayout595.xml"/><Relationship Id="rId12" Type="http://schemas.openxmlformats.org/officeDocument/2006/relationships/slideLayout" Target="../slideLayouts/slideLayout600.xml"/><Relationship Id="rId17" Type="http://schemas.openxmlformats.org/officeDocument/2006/relationships/slideLayout" Target="../slideLayouts/slideLayout605.xml"/><Relationship Id="rId25" Type="http://schemas.openxmlformats.org/officeDocument/2006/relationships/slideLayout" Target="../slideLayouts/slideLayout613.xml"/><Relationship Id="rId2" Type="http://schemas.openxmlformats.org/officeDocument/2006/relationships/slideLayout" Target="../slideLayouts/slideLayout590.xml"/><Relationship Id="rId16" Type="http://schemas.openxmlformats.org/officeDocument/2006/relationships/slideLayout" Target="../slideLayouts/slideLayout604.xml"/><Relationship Id="rId20" Type="http://schemas.openxmlformats.org/officeDocument/2006/relationships/slideLayout" Target="../slideLayouts/slideLayout608.xml"/><Relationship Id="rId29" Type="http://schemas.openxmlformats.org/officeDocument/2006/relationships/image" Target="../media/image8.jpeg"/><Relationship Id="rId1" Type="http://schemas.openxmlformats.org/officeDocument/2006/relationships/slideLayout" Target="../slideLayouts/slideLayout589.xml"/><Relationship Id="rId6" Type="http://schemas.openxmlformats.org/officeDocument/2006/relationships/slideLayout" Target="../slideLayouts/slideLayout594.xml"/><Relationship Id="rId11" Type="http://schemas.openxmlformats.org/officeDocument/2006/relationships/slideLayout" Target="../slideLayouts/slideLayout599.xml"/><Relationship Id="rId24" Type="http://schemas.openxmlformats.org/officeDocument/2006/relationships/slideLayout" Target="../slideLayouts/slideLayout612.xml"/><Relationship Id="rId5" Type="http://schemas.openxmlformats.org/officeDocument/2006/relationships/slideLayout" Target="../slideLayouts/slideLayout593.xml"/><Relationship Id="rId15" Type="http://schemas.openxmlformats.org/officeDocument/2006/relationships/slideLayout" Target="../slideLayouts/slideLayout603.xml"/><Relationship Id="rId23" Type="http://schemas.openxmlformats.org/officeDocument/2006/relationships/slideLayout" Target="../slideLayouts/slideLayout611.xml"/><Relationship Id="rId28" Type="http://schemas.openxmlformats.org/officeDocument/2006/relationships/theme" Target="../theme/theme36.xml"/><Relationship Id="rId10" Type="http://schemas.openxmlformats.org/officeDocument/2006/relationships/slideLayout" Target="../slideLayouts/slideLayout598.xml"/><Relationship Id="rId19" Type="http://schemas.openxmlformats.org/officeDocument/2006/relationships/slideLayout" Target="../slideLayouts/slideLayout607.xml"/><Relationship Id="rId4" Type="http://schemas.openxmlformats.org/officeDocument/2006/relationships/slideLayout" Target="../slideLayouts/slideLayout592.xml"/><Relationship Id="rId9" Type="http://schemas.openxmlformats.org/officeDocument/2006/relationships/slideLayout" Target="../slideLayouts/slideLayout597.xml"/><Relationship Id="rId14" Type="http://schemas.openxmlformats.org/officeDocument/2006/relationships/slideLayout" Target="../slideLayouts/slideLayout602.xml"/><Relationship Id="rId22" Type="http://schemas.openxmlformats.org/officeDocument/2006/relationships/slideLayout" Target="../slideLayouts/slideLayout610.xml"/><Relationship Id="rId27" Type="http://schemas.openxmlformats.org/officeDocument/2006/relationships/slideLayout" Target="../slideLayouts/slideLayout615.xml"/></Relationships>
</file>

<file path=ppt/slideMasters/_rels/slideMaster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3.xml"/><Relationship Id="rId13" Type="http://schemas.openxmlformats.org/officeDocument/2006/relationships/slideLayout" Target="../slideLayouts/slideLayout628.xml"/><Relationship Id="rId18" Type="http://schemas.openxmlformats.org/officeDocument/2006/relationships/slideLayout" Target="../slideLayouts/slideLayout633.xml"/><Relationship Id="rId26" Type="http://schemas.openxmlformats.org/officeDocument/2006/relationships/image" Target="../media/image8.jpeg"/><Relationship Id="rId3" Type="http://schemas.openxmlformats.org/officeDocument/2006/relationships/slideLayout" Target="../slideLayouts/slideLayout618.xml"/><Relationship Id="rId21" Type="http://schemas.openxmlformats.org/officeDocument/2006/relationships/slideLayout" Target="../slideLayouts/slideLayout636.xml"/><Relationship Id="rId7" Type="http://schemas.openxmlformats.org/officeDocument/2006/relationships/slideLayout" Target="../slideLayouts/slideLayout622.xml"/><Relationship Id="rId12" Type="http://schemas.openxmlformats.org/officeDocument/2006/relationships/slideLayout" Target="../slideLayouts/slideLayout627.xml"/><Relationship Id="rId17" Type="http://schemas.openxmlformats.org/officeDocument/2006/relationships/slideLayout" Target="../slideLayouts/slideLayout632.xml"/><Relationship Id="rId25" Type="http://schemas.openxmlformats.org/officeDocument/2006/relationships/theme" Target="../theme/theme37.xml"/><Relationship Id="rId2" Type="http://schemas.openxmlformats.org/officeDocument/2006/relationships/slideLayout" Target="../slideLayouts/slideLayout617.xml"/><Relationship Id="rId16" Type="http://schemas.openxmlformats.org/officeDocument/2006/relationships/slideLayout" Target="../slideLayouts/slideLayout631.xml"/><Relationship Id="rId20" Type="http://schemas.openxmlformats.org/officeDocument/2006/relationships/slideLayout" Target="../slideLayouts/slideLayout635.xml"/><Relationship Id="rId1" Type="http://schemas.openxmlformats.org/officeDocument/2006/relationships/slideLayout" Target="../slideLayouts/slideLayout616.xml"/><Relationship Id="rId6" Type="http://schemas.openxmlformats.org/officeDocument/2006/relationships/slideLayout" Target="../slideLayouts/slideLayout621.xml"/><Relationship Id="rId11" Type="http://schemas.openxmlformats.org/officeDocument/2006/relationships/slideLayout" Target="../slideLayouts/slideLayout626.xml"/><Relationship Id="rId24" Type="http://schemas.openxmlformats.org/officeDocument/2006/relationships/slideLayout" Target="../slideLayouts/slideLayout639.xml"/><Relationship Id="rId5" Type="http://schemas.openxmlformats.org/officeDocument/2006/relationships/slideLayout" Target="../slideLayouts/slideLayout620.xml"/><Relationship Id="rId15" Type="http://schemas.openxmlformats.org/officeDocument/2006/relationships/slideLayout" Target="../slideLayouts/slideLayout630.xml"/><Relationship Id="rId23" Type="http://schemas.openxmlformats.org/officeDocument/2006/relationships/slideLayout" Target="../slideLayouts/slideLayout638.xml"/><Relationship Id="rId10" Type="http://schemas.openxmlformats.org/officeDocument/2006/relationships/slideLayout" Target="../slideLayouts/slideLayout625.xml"/><Relationship Id="rId19" Type="http://schemas.openxmlformats.org/officeDocument/2006/relationships/slideLayout" Target="../slideLayouts/slideLayout634.xml"/><Relationship Id="rId4" Type="http://schemas.openxmlformats.org/officeDocument/2006/relationships/slideLayout" Target="../slideLayouts/slideLayout619.xml"/><Relationship Id="rId9" Type="http://schemas.openxmlformats.org/officeDocument/2006/relationships/slideLayout" Target="../slideLayouts/slideLayout624.xml"/><Relationship Id="rId14" Type="http://schemas.openxmlformats.org/officeDocument/2006/relationships/slideLayout" Target="../slideLayouts/slideLayout629.xml"/><Relationship Id="rId22" Type="http://schemas.openxmlformats.org/officeDocument/2006/relationships/slideLayout" Target="../slideLayouts/slideLayout637.xml"/></Relationships>
</file>

<file path=ppt/slideMasters/_rels/slideMaster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7.xml"/><Relationship Id="rId13" Type="http://schemas.openxmlformats.org/officeDocument/2006/relationships/theme" Target="../theme/theme38.xml"/><Relationship Id="rId3" Type="http://schemas.openxmlformats.org/officeDocument/2006/relationships/slideLayout" Target="../slideLayouts/slideLayout642.xml"/><Relationship Id="rId7" Type="http://schemas.openxmlformats.org/officeDocument/2006/relationships/slideLayout" Target="../slideLayouts/slideLayout646.xml"/><Relationship Id="rId12" Type="http://schemas.openxmlformats.org/officeDocument/2006/relationships/slideLayout" Target="../slideLayouts/slideLayout651.xml"/><Relationship Id="rId2" Type="http://schemas.openxmlformats.org/officeDocument/2006/relationships/slideLayout" Target="../slideLayouts/slideLayout641.xml"/><Relationship Id="rId1" Type="http://schemas.openxmlformats.org/officeDocument/2006/relationships/slideLayout" Target="../slideLayouts/slideLayout640.xml"/><Relationship Id="rId6" Type="http://schemas.openxmlformats.org/officeDocument/2006/relationships/slideLayout" Target="../slideLayouts/slideLayout645.xml"/><Relationship Id="rId11" Type="http://schemas.openxmlformats.org/officeDocument/2006/relationships/slideLayout" Target="../slideLayouts/slideLayout650.xml"/><Relationship Id="rId5" Type="http://schemas.openxmlformats.org/officeDocument/2006/relationships/slideLayout" Target="../slideLayouts/slideLayout644.xml"/><Relationship Id="rId10" Type="http://schemas.openxmlformats.org/officeDocument/2006/relationships/slideLayout" Target="../slideLayouts/slideLayout649.xml"/><Relationship Id="rId4" Type="http://schemas.openxmlformats.org/officeDocument/2006/relationships/slideLayout" Target="../slideLayouts/slideLayout643.xml"/><Relationship Id="rId9" Type="http://schemas.openxmlformats.org/officeDocument/2006/relationships/slideLayout" Target="../slideLayouts/slideLayout648.xml"/><Relationship Id="rId14" Type="http://schemas.openxmlformats.org/officeDocument/2006/relationships/image" Target="../media/image1.png"/></Relationships>
</file>

<file path=ppt/slideMasters/_rels/slideMaster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9.xml"/><Relationship Id="rId13" Type="http://schemas.openxmlformats.org/officeDocument/2006/relationships/theme" Target="../theme/theme39.xml"/><Relationship Id="rId3" Type="http://schemas.openxmlformats.org/officeDocument/2006/relationships/slideLayout" Target="../slideLayouts/slideLayout654.xml"/><Relationship Id="rId7" Type="http://schemas.openxmlformats.org/officeDocument/2006/relationships/slideLayout" Target="../slideLayouts/slideLayout658.xml"/><Relationship Id="rId12" Type="http://schemas.openxmlformats.org/officeDocument/2006/relationships/slideLayout" Target="../slideLayouts/slideLayout663.xml"/><Relationship Id="rId2" Type="http://schemas.openxmlformats.org/officeDocument/2006/relationships/slideLayout" Target="../slideLayouts/slideLayout653.xml"/><Relationship Id="rId1" Type="http://schemas.openxmlformats.org/officeDocument/2006/relationships/slideLayout" Target="../slideLayouts/slideLayout652.xml"/><Relationship Id="rId6" Type="http://schemas.openxmlformats.org/officeDocument/2006/relationships/slideLayout" Target="../slideLayouts/slideLayout657.xml"/><Relationship Id="rId11" Type="http://schemas.openxmlformats.org/officeDocument/2006/relationships/slideLayout" Target="../slideLayouts/slideLayout662.xml"/><Relationship Id="rId5" Type="http://schemas.openxmlformats.org/officeDocument/2006/relationships/slideLayout" Target="../slideLayouts/slideLayout656.xml"/><Relationship Id="rId10" Type="http://schemas.openxmlformats.org/officeDocument/2006/relationships/slideLayout" Target="../slideLayouts/slideLayout661.xml"/><Relationship Id="rId4" Type="http://schemas.openxmlformats.org/officeDocument/2006/relationships/slideLayout" Target="../slideLayouts/slideLayout655.xml"/><Relationship Id="rId9" Type="http://schemas.openxmlformats.org/officeDocument/2006/relationships/slideLayout" Target="../slideLayouts/slideLayout660.xml"/><Relationship Id="rId14" Type="http://schemas.openxmlformats.org/officeDocument/2006/relationships/image" Target="../media/image1.png"/></Relationships>
</file>

<file path=ppt/slideMasters/_rels/slideMaster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1.xml"/><Relationship Id="rId13" Type="http://schemas.openxmlformats.org/officeDocument/2006/relationships/slideLayout" Target="../slideLayouts/slideLayout676.xml"/><Relationship Id="rId18" Type="http://schemas.openxmlformats.org/officeDocument/2006/relationships/slideLayout" Target="../slideLayouts/slideLayout681.xml"/><Relationship Id="rId26" Type="http://schemas.openxmlformats.org/officeDocument/2006/relationships/slideLayout" Target="../slideLayouts/slideLayout689.xml"/><Relationship Id="rId3" Type="http://schemas.openxmlformats.org/officeDocument/2006/relationships/slideLayout" Target="../slideLayouts/slideLayout666.xml"/><Relationship Id="rId21" Type="http://schemas.openxmlformats.org/officeDocument/2006/relationships/slideLayout" Target="../slideLayouts/slideLayout684.xml"/><Relationship Id="rId7" Type="http://schemas.openxmlformats.org/officeDocument/2006/relationships/slideLayout" Target="../slideLayouts/slideLayout670.xml"/><Relationship Id="rId12" Type="http://schemas.openxmlformats.org/officeDocument/2006/relationships/slideLayout" Target="../slideLayouts/slideLayout675.xml"/><Relationship Id="rId17" Type="http://schemas.openxmlformats.org/officeDocument/2006/relationships/slideLayout" Target="../slideLayouts/slideLayout680.xml"/><Relationship Id="rId25" Type="http://schemas.openxmlformats.org/officeDocument/2006/relationships/slideLayout" Target="../slideLayouts/slideLayout688.xml"/><Relationship Id="rId2" Type="http://schemas.openxmlformats.org/officeDocument/2006/relationships/slideLayout" Target="../slideLayouts/slideLayout665.xml"/><Relationship Id="rId16" Type="http://schemas.openxmlformats.org/officeDocument/2006/relationships/slideLayout" Target="../slideLayouts/slideLayout679.xml"/><Relationship Id="rId20" Type="http://schemas.openxmlformats.org/officeDocument/2006/relationships/slideLayout" Target="../slideLayouts/slideLayout683.xml"/><Relationship Id="rId1" Type="http://schemas.openxmlformats.org/officeDocument/2006/relationships/slideLayout" Target="../slideLayouts/slideLayout664.xml"/><Relationship Id="rId6" Type="http://schemas.openxmlformats.org/officeDocument/2006/relationships/slideLayout" Target="../slideLayouts/slideLayout669.xml"/><Relationship Id="rId11" Type="http://schemas.openxmlformats.org/officeDocument/2006/relationships/slideLayout" Target="../slideLayouts/slideLayout674.xml"/><Relationship Id="rId24" Type="http://schemas.openxmlformats.org/officeDocument/2006/relationships/slideLayout" Target="../slideLayouts/slideLayout687.xml"/><Relationship Id="rId5" Type="http://schemas.openxmlformats.org/officeDocument/2006/relationships/slideLayout" Target="../slideLayouts/slideLayout668.xml"/><Relationship Id="rId15" Type="http://schemas.openxmlformats.org/officeDocument/2006/relationships/slideLayout" Target="../slideLayouts/slideLayout678.xml"/><Relationship Id="rId23" Type="http://schemas.openxmlformats.org/officeDocument/2006/relationships/slideLayout" Target="../slideLayouts/slideLayout686.xml"/><Relationship Id="rId28" Type="http://schemas.openxmlformats.org/officeDocument/2006/relationships/image" Target="../media/image8.jpeg"/><Relationship Id="rId10" Type="http://schemas.openxmlformats.org/officeDocument/2006/relationships/slideLayout" Target="../slideLayouts/slideLayout673.xml"/><Relationship Id="rId19" Type="http://schemas.openxmlformats.org/officeDocument/2006/relationships/slideLayout" Target="../slideLayouts/slideLayout682.xml"/><Relationship Id="rId4" Type="http://schemas.openxmlformats.org/officeDocument/2006/relationships/slideLayout" Target="../slideLayouts/slideLayout667.xml"/><Relationship Id="rId9" Type="http://schemas.openxmlformats.org/officeDocument/2006/relationships/slideLayout" Target="../slideLayouts/slideLayout672.xml"/><Relationship Id="rId14" Type="http://schemas.openxmlformats.org/officeDocument/2006/relationships/slideLayout" Target="../slideLayouts/slideLayout677.xml"/><Relationship Id="rId22" Type="http://schemas.openxmlformats.org/officeDocument/2006/relationships/slideLayout" Target="../slideLayouts/slideLayout685.xml"/><Relationship Id="rId27" Type="http://schemas.openxmlformats.org/officeDocument/2006/relationships/theme" Target="../theme/theme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12875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732612" name="Rectangle 4"/>
          <p:cNvSpPr>
            <a:spLocks noChangeArrowheads="1"/>
          </p:cNvSpPr>
          <p:nvPr/>
        </p:nvSpPr>
        <p:spPr bwMode="auto">
          <a:xfrm>
            <a:off x="381000" y="6400800"/>
            <a:ext cx="12890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3" name="Rectangle 5"/>
          <p:cNvSpPr>
            <a:spLocks noChangeArrowheads="1"/>
          </p:cNvSpPr>
          <p:nvPr/>
        </p:nvSpPr>
        <p:spPr bwMode="auto">
          <a:xfrm>
            <a:off x="3200400" y="6400800"/>
            <a:ext cx="2514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4" name="Rectangle 6"/>
          <p:cNvSpPr>
            <a:spLocks noChangeArrowheads="1"/>
          </p:cNvSpPr>
          <p:nvPr/>
        </p:nvSpPr>
        <p:spPr bwMode="auto">
          <a:xfrm>
            <a:off x="1938338" y="640080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Page </a:t>
            </a:r>
            <a:fld id="{BEFF30E2-C49C-4068-AF64-B77B2665ECB8}" type="slidenum">
              <a:rPr lang="en-US" sz="110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5" name="Line 7"/>
          <p:cNvSpPr>
            <a:spLocks noChangeShapeType="1"/>
          </p:cNvSpPr>
          <p:nvPr/>
        </p:nvSpPr>
        <p:spPr bwMode="auto">
          <a:xfrm>
            <a:off x="455613" y="762000"/>
            <a:ext cx="8229600" cy="0"/>
          </a:xfrm>
          <a:prstGeom prst="line">
            <a:avLst/>
          </a:prstGeom>
          <a:noFill/>
          <a:ln w="1270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32616" name="Line 8"/>
          <p:cNvSpPr>
            <a:spLocks noChangeShapeType="1"/>
          </p:cNvSpPr>
          <p:nvPr/>
        </p:nvSpPr>
        <p:spPr bwMode="auto">
          <a:xfrm>
            <a:off x="455613" y="6324600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32617" name="Line 9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1034" name="Picture 10" descr="logo_tagblac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05" r:id="rId1"/>
    <p:sldLayoutId id="2147485506" r:id="rId2"/>
    <p:sldLayoutId id="2147485507" r:id="rId3"/>
    <p:sldLayoutId id="2147485508" r:id="rId4"/>
    <p:sldLayoutId id="2147485509" r:id="rId5"/>
    <p:sldLayoutId id="2147485510" r:id="rId6"/>
    <p:sldLayoutId id="2147485511" r:id="rId7"/>
    <p:sldLayoutId id="2147485512" r:id="rId8"/>
    <p:sldLayoutId id="2147485513" r:id="rId9"/>
    <p:sldLayoutId id="2147485514" r:id="rId10"/>
    <p:sldLayoutId id="2147485515" r:id="rId11"/>
    <p:sldLayoutId id="2147485516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60363" indent="-36036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7550" indent="-35560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81088" indent="-36195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441450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800225" indent="-357188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74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6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8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90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12875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734660" name="Rectangle 4"/>
          <p:cNvSpPr>
            <a:spLocks noChangeArrowheads="1"/>
          </p:cNvSpPr>
          <p:nvPr/>
        </p:nvSpPr>
        <p:spPr bwMode="auto">
          <a:xfrm>
            <a:off x="461963" y="6419850"/>
            <a:ext cx="12890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10 October </a:t>
            </a:r>
            <a:r>
              <a:rPr lang="en-US" sz="1100" dirty="0" smtClean="0">
                <a:solidFill>
                  <a:srgbClr val="000000"/>
                </a:solidFill>
              </a:rPr>
              <a:t>2008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4661" name="Rectangle 5"/>
          <p:cNvSpPr>
            <a:spLocks noChangeArrowheads="1"/>
          </p:cNvSpPr>
          <p:nvPr/>
        </p:nvSpPr>
        <p:spPr bwMode="auto">
          <a:xfrm>
            <a:off x="2784475" y="6419850"/>
            <a:ext cx="20574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Presentation title</a:t>
            </a:r>
          </a:p>
        </p:txBody>
      </p:sp>
      <p:sp>
        <p:nvSpPr>
          <p:cNvPr id="1734662" name="Rectangle 6"/>
          <p:cNvSpPr>
            <a:spLocks noChangeArrowheads="1"/>
          </p:cNvSpPr>
          <p:nvPr/>
        </p:nvSpPr>
        <p:spPr bwMode="auto">
          <a:xfrm>
            <a:off x="1938338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Page </a:t>
            </a:r>
            <a:fld id="{87DAA697-F3B7-4DE8-9B4D-5CCC17AD5B66}" type="slidenum">
              <a:rPr lang="en-US" sz="110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4663" name="Line 7"/>
          <p:cNvSpPr>
            <a:spLocks noChangeShapeType="1"/>
          </p:cNvSpPr>
          <p:nvPr/>
        </p:nvSpPr>
        <p:spPr bwMode="auto">
          <a:xfrm>
            <a:off x="455613" y="1042988"/>
            <a:ext cx="8229600" cy="0"/>
          </a:xfrm>
          <a:prstGeom prst="line">
            <a:avLst/>
          </a:prstGeom>
          <a:noFill/>
          <a:ln w="1270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34664" name="Line 8"/>
          <p:cNvSpPr>
            <a:spLocks noChangeShapeType="1"/>
          </p:cNvSpPr>
          <p:nvPr/>
        </p:nvSpPr>
        <p:spPr bwMode="auto">
          <a:xfrm>
            <a:off x="455613" y="6243638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34665" name="Line 9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2058" name="Picture 10" descr="logo_tagblack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517" r:id="rId1"/>
    <p:sldLayoutId id="2147485518" r:id="rId2"/>
    <p:sldLayoutId id="2147485519" r:id="rId3"/>
    <p:sldLayoutId id="2147485520" r:id="rId4"/>
    <p:sldLayoutId id="2147485521" r:id="rId5"/>
    <p:sldLayoutId id="2147485522" r:id="rId6"/>
    <p:sldLayoutId id="2147485523" r:id="rId7"/>
    <p:sldLayoutId id="2147485524" r:id="rId8"/>
    <p:sldLayoutId id="2147485525" r:id="rId9"/>
    <p:sldLayoutId id="2147485526" r:id="rId10"/>
    <p:sldLayoutId id="2147485527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801688" indent="-35560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343025" indent="-36195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881188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2417763" indent="-357188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874963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3332163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789363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4246563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12875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735684" name="Rectangle 4"/>
          <p:cNvSpPr>
            <a:spLocks noChangeArrowheads="1"/>
          </p:cNvSpPr>
          <p:nvPr/>
        </p:nvSpPr>
        <p:spPr bwMode="auto">
          <a:xfrm>
            <a:off x="461963" y="6419850"/>
            <a:ext cx="12890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XX Month </a:t>
            </a:r>
            <a:r>
              <a:rPr lang="en-US" sz="1100" dirty="0" smtClean="0">
                <a:solidFill>
                  <a:srgbClr val="000000"/>
                </a:solidFill>
              </a:rPr>
              <a:t>200X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5685" name="Rectangle 5"/>
          <p:cNvSpPr>
            <a:spLocks noChangeArrowheads="1"/>
          </p:cNvSpPr>
          <p:nvPr/>
        </p:nvSpPr>
        <p:spPr bwMode="auto">
          <a:xfrm>
            <a:off x="2784475" y="6419850"/>
            <a:ext cx="20574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Presentation title</a:t>
            </a:r>
          </a:p>
        </p:txBody>
      </p:sp>
      <p:sp>
        <p:nvSpPr>
          <p:cNvPr id="1735686" name="Rectangle 6"/>
          <p:cNvSpPr>
            <a:spLocks noChangeArrowheads="1"/>
          </p:cNvSpPr>
          <p:nvPr/>
        </p:nvSpPr>
        <p:spPr bwMode="auto">
          <a:xfrm>
            <a:off x="1938338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Page </a:t>
            </a:r>
            <a:fld id="{E021B984-63B1-4176-8518-6E54F3696011}" type="slidenum">
              <a:rPr lang="en-US" sz="110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5687" name="Line 7"/>
          <p:cNvSpPr>
            <a:spLocks noChangeShapeType="1"/>
          </p:cNvSpPr>
          <p:nvPr/>
        </p:nvSpPr>
        <p:spPr bwMode="auto">
          <a:xfrm>
            <a:off x="455613" y="1042988"/>
            <a:ext cx="8229600" cy="0"/>
          </a:xfrm>
          <a:prstGeom prst="line">
            <a:avLst/>
          </a:prstGeom>
          <a:noFill/>
          <a:ln w="1270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35688" name="Line 8"/>
          <p:cNvSpPr>
            <a:spLocks noChangeShapeType="1"/>
          </p:cNvSpPr>
          <p:nvPr/>
        </p:nvSpPr>
        <p:spPr bwMode="auto">
          <a:xfrm>
            <a:off x="455613" y="6243638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35689" name="Line 9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3082" name="Picture 10" descr="logo_tagblack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528" r:id="rId1"/>
    <p:sldLayoutId id="2147485529" r:id="rId2"/>
    <p:sldLayoutId id="2147485530" r:id="rId3"/>
    <p:sldLayoutId id="2147485531" r:id="rId4"/>
    <p:sldLayoutId id="2147485532" r:id="rId5"/>
    <p:sldLayoutId id="2147485533" r:id="rId6"/>
    <p:sldLayoutId id="2147485534" r:id="rId7"/>
    <p:sldLayoutId id="2147485535" r:id="rId8"/>
    <p:sldLayoutId id="2147485536" r:id="rId9"/>
    <p:sldLayoutId id="2147485537" r:id="rId10"/>
    <p:sldLayoutId id="2147485538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11113" indent="-1111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352425" indent="-33972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</a:defRPr>
      </a:lvl2pPr>
      <a:lvl3pPr marL="712788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3pPr>
      <a:lvl4pPr marL="1071563" indent="-357188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4pPr>
      <a:lvl5pPr marL="1431925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1889125" indent="-358775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346325" indent="-358775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2803525" indent="-358775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260725" indent="-358775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706" name="Rectangle 2"/>
          <p:cNvSpPr>
            <a:spLocks noChangeArrowheads="1"/>
          </p:cNvSpPr>
          <p:nvPr/>
        </p:nvSpPr>
        <p:spPr bwMode="auto">
          <a:xfrm>
            <a:off x="461963" y="6419850"/>
            <a:ext cx="12890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XX Month </a:t>
            </a:r>
            <a:r>
              <a:rPr lang="en-US" sz="1100" dirty="0" smtClean="0">
                <a:solidFill>
                  <a:srgbClr val="000000"/>
                </a:solidFill>
              </a:rPr>
              <a:t>200X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6707" name="Rectangle 3"/>
          <p:cNvSpPr>
            <a:spLocks noChangeArrowheads="1"/>
          </p:cNvSpPr>
          <p:nvPr/>
        </p:nvSpPr>
        <p:spPr bwMode="auto">
          <a:xfrm>
            <a:off x="2784475" y="6419850"/>
            <a:ext cx="20574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Presentation title</a:t>
            </a:r>
          </a:p>
        </p:txBody>
      </p:sp>
      <p:sp>
        <p:nvSpPr>
          <p:cNvPr id="1736708" name="Rectangle 4"/>
          <p:cNvSpPr>
            <a:spLocks noChangeArrowheads="1"/>
          </p:cNvSpPr>
          <p:nvPr/>
        </p:nvSpPr>
        <p:spPr bwMode="auto">
          <a:xfrm>
            <a:off x="1938338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Page </a:t>
            </a:r>
            <a:fld id="{64CA6748-A41A-4961-B376-81DDABF11B7C}" type="slidenum">
              <a:rPr lang="en-US" sz="110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6709" name="Line 5"/>
          <p:cNvSpPr>
            <a:spLocks noChangeShapeType="1"/>
          </p:cNvSpPr>
          <p:nvPr/>
        </p:nvSpPr>
        <p:spPr bwMode="auto">
          <a:xfrm>
            <a:off x="455613" y="6243638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36710" name="Line 6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4103" name="Picture 7" descr="logo_tagblack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4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455613" y="882650"/>
            <a:ext cx="8234362" cy="145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39" r:id="rId1"/>
    <p:sldLayoutId id="2147485540" r:id="rId2"/>
    <p:sldLayoutId id="2147485541" r:id="rId3"/>
    <p:sldLayoutId id="2147485542" r:id="rId4"/>
    <p:sldLayoutId id="2147485543" r:id="rId5"/>
    <p:sldLayoutId id="2147485544" r:id="rId6"/>
    <p:sldLayoutId id="2147485545" r:id="rId7"/>
    <p:sldLayoutId id="2147485546" r:id="rId8"/>
    <p:sldLayoutId id="2147485547" r:id="rId9"/>
    <p:sldLayoutId id="2147485548" r:id="rId10"/>
    <p:sldLayoutId id="2147485549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646464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646464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646464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 b="1">
          <a:solidFill>
            <a:srgbClr val="646464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 b="1">
          <a:solidFill>
            <a:srgbClr val="646464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 b="1">
          <a:solidFill>
            <a:srgbClr val="646464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 b="1">
          <a:solidFill>
            <a:srgbClr val="646464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 b="1">
          <a:solidFill>
            <a:srgbClr val="646464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lines11_crop_subtle_w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55613" y="1036638"/>
            <a:ext cx="8231187" cy="519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296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737732" name="Line 4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5125" name="Picture 5" descr="logo_tagblac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550" r:id="rId1"/>
    <p:sldLayoutId id="2147485551" r:id="rId2"/>
    <p:sldLayoutId id="2147485552" r:id="rId3"/>
    <p:sldLayoutId id="2147485553" r:id="rId4"/>
    <p:sldLayoutId id="2147485554" r:id="rId5"/>
    <p:sldLayoutId id="2147485555" r:id="rId6"/>
    <p:sldLayoutId id="2147485556" r:id="rId7"/>
    <p:sldLayoutId id="2147485557" r:id="rId8"/>
    <p:sldLayoutId id="2147485558" r:id="rId9"/>
    <p:sldLayoutId id="2147485559" r:id="rId10"/>
    <p:sldLayoutId id="2147485560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Motion_1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55613" y="1036638"/>
            <a:ext cx="8231187" cy="519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296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738756" name="Line 4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6149" name="Picture 5" descr="logo_tagblac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561" r:id="rId1"/>
    <p:sldLayoutId id="2147485562" r:id="rId2"/>
    <p:sldLayoutId id="2147485563" r:id="rId3"/>
    <p:sldLayoutId id="2147485564" r:id="rId4"/>
    <p:sldLayoutId id="2147485565" r:id="rId5"/>
    <p:sldLayoutId id="2147485566" r:id="rId6"/>
    <p:sldLayoutId id="2147485567" r:id="rId7"/>
    <p:sldLayoutId id="2147485568" r:id="rId8"/>
    <p:sldLayoutId id="2147485569" r:id="rId9"/>
    <p:sldLayoutId id="2147485570" r:id="rId10"/>
    <p:sldLayoutId id="2147485571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lines11_fade_crop_subtle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55613" y="1036638"/>
            <a:ext cx="8231187" cy="519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296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739780" name="Line 4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7173" name="Picture 5" descr="logo_tagblac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572" r:id="rId1"/>
    <p:sldLayoutId id="2147485573" r:id="rId2"/>
    <p:sldLayoutId id="2147485574" r:id="rId3"/>
    <p:sldLayoutId id="2147485575" r:id="rId4"/>
    <p:sldLayoutId id="2147485576" r:id="rId5"/>
    <p:sldLayoutId id="2147485577" r:id="rId6"/>
    <p:sldLayoutId id="2147485578" r:id="rId7"/>
    <p:sldLayoutId id="2147485579" r:id="rId8"/>
    <p:sldLayoutId id="2147485580" r:id="rId9"/>
    <p:sldLayoutId id="2147485581" r:id="rId10"/>
    <p:sldLayoutId id="2147485582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296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740803" name="Line 3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8196" name="Picture 4" descr="logo_tagblack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0805" name="Freeform 5"/>
          <p:cNvSpPr>
            <a:spLocks/>
          </p:cNvSpPr>
          <p:nvPr/>
        </p:nvSpPr>
        <p:spPr bwMode="auto">
          <a:xfrm>
            <a:off x="455613" y="1039813"/>
            <a:ext cx="8253412" cy="51943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170" y="0"/>
              </a:cxn>
              <a:cxn ang="0">
                <a:pos x="4535" y="3266"/>
              </a:cxn>
              <a:cxn ang="0">
                <a:pos x="0" y="3266"/>
              </a:cxn>
              <a:cxn ang="0">
                <a:pos x="0" y="0"/>
              </a:cxn>
            </a:cxnLst>
            <a:rect l="0" t="0" r="r" b="b"/>
            <a:pathLst>
              <a:path w="5170" h="3266">
                <a:moveTo>
                  <a:pt x="0" y="0"/>
                </a:moveTo>
                <a:lnTo>
                  <a:pt x="5170" y="0"/>
                </a:lnTo>
                <a:lnTo>
                  <a:pt x="4535" y="3266"/>
                </a:lnTo>
                <a:lnTo>
                  <a:pt x="0" y="3266"/>
                </a:lnTo>
                <a:lnTo>
                  <a:pt x="0" y="0"/>
                </a:lnTo>
                <a:close/>
              </a:path>
            </a:pathLst>
          </a:custGeom>
          <a:solidFill>
            <a:srgbClr val="B4B4B4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83" r:id="rId1"/>
    <p:sldLayoutId id="2147485584" r:id="rId2"/>
    <p:sldLayoutId id="2147485585" r:id="rId3"/>
    <p:sldLayoutId id="2147485586" r:id="rId4"/>
    <p:sldLayoutId id="2147485587" r:id="rId5"/>
    <p:sldLayoutId id="2147485588" r:id="rId6"/>
    <p:sldLayoutId id="2147485589" r:id="rId7"/>
    <p:sldLayoutId id="2147485590" r:id="rId8"/>
    <p:sldLayoutId id="2147485591" r:id="rId9"/>
    <p:sldLayoutId id="2147485592" r:id="rId10"/>
    <p:sldLayoutId id="2147485593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296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741827" name="Line 3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9220" name="Picture 4" descr="logo_tagblack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829" name="Freeform 5"/>
          <p:cNvSpPr>
            <a:spLocks/>
          </p:cNvSpPr>
          <p:nvPr/>
        </p:nvSpPr>
        <p:spPr bwMode="auto">
          <a:xfrm flipH="1" flipV="1">
            <a:off x="455613" y="1042988"/>
            <a:ext cx="8231187" cy="51943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170" y="0"/>
              </a:cxn>
              <a:cxn ang="0">
                <a:pos x="4535" y="3266"/>
              </a:cxn>
              <a:cxn ang="0">
                <a:pos x="0" y="3266"/>
              </a:cxn>
              <a:cxn ang="0">
                <a:pos x="0" y="0"/>
              </a:cxn>
            </a:cxnLst>
            <a:rect l="0" t="0" r="r" b="b"/>
            <a:pathLst>
              <a:path w="5170" h="3266">
                <a:moveTo>
                  <a:pt x="0" y="0"/>
                </a:moveTo>
                <a:lnTo>
                  <a:pt x="5170" y="0"/>
                </a:lnTo>
                <a:lnTo>
                  <a:pt x="4535" y="3266"/>
                </a:lnTo>
                <a:lnTo>
                  <a:pt x="0" y="3266"/>
                </a:lnTo>
                <a:lnTo>
                  <a:pt x="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94" r:id="rId1"/>
    <p:sldLayoutId id="2147485595" r:id="rId2"/>
    <p:sldLayoutId id="2147485596" r:id="rId3"/>
    <p:sldLayoutId id="2147485597" r:id="rId4"/>
    <p:sldLayoutId id="2147485598" r:id="rId5"/>
    <p:sldLayoutId id="2147485599" r:id="rId6"/>
    <p:sldLayoutId id="2147485600" r:id="rId7"/>
    <p:sldLayoutId id="2147485601" r:id="rId8"/>
    <p:sldLayoutId id="2147485602" r:id="rId9"/>
    <p:sldLayoutId id="2147485603" r:id="rId10"/>
    <p:sldLayoutId id="2147485604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80" descr="EY_Q Logo"/>
          <p:cNvPicPr>
            <a:picLocks noChangeArrowheads="1"/>
          </p:cNvPicPr>
          <p:nvPr/>
        </p:nvPicPr>
        <p:blipFill>
          <a:blip r:embed="rId6" cstate="print"/>
          <a:srcRect r="4826" b="14285"/>
          <a:stretch>
            <a:fillRect/>
          </a:stretch>
        </p:blipFill>
        <p:spPr bwMode="auto">
          <a:xfrm>
            <a:off x="7837488" y="6396038"/>
            <a:ext cx="1196975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9538" y="139700"/>
            <a:ext cx="8924925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4340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9538" y="1325563"/>
            <a:ext cx="8924925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6657" tIns="28329" rIns="56657" bIns="283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2" name="Text Box 84"/>
          <p:cNvSpPr txBox="1">
            <a:spLocks noChangeArrowheads="1"/>
          </p:cNvSpPr>
          <p:nvPr/>
        </p:nvSpPr>
        <p:spPr bwMode="auto">
          <a:xfrm>
            <a:off x="109538" y="6496050"/>
            <a:ext cx="342900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904875">
              <a:spcBef>
                <a:spcPct val="50000"/>
              </a:spcBef>
              <a:defRPr/>
            </a:pPr>
            <a:r>
              <a:rPr lang="en-US" sz="600" dirty="0">
                <a:solidFill>
                  <a:srgbClr val="000000"/>
                </a:solidFill>
                <a:latin typeface="EYInterstate Light" pitchFamily="2" charset="0"/>
                <a:cs typeface="+mn-cs"/>
              </a:rPr>
              <a:t>Messaging &amp; Collaboration Executive Status Report</a:t>
            </a:r>
          </a:p>
          <a:p>
            <a:pPr defTabSz="904875">
              <a:spcBef>
                <a:spcPct val="50000"/>
              </a:spcBef>
              <a:defRPr/>
            </a:pPr>
            <a:endParaRPr lang="en-US" sz="600" dirty="0">
              <a:solidFill>
                <a:srgbClr val="000000"/>
              </a:solidFill>
              <a:latin typeface="Helv" charset="0"/>
              <a:cs typeface="+mn-cs"/>
            </a:endParaRP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9538" y="6362700"/>
            <a:ext cx="8924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1900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289425" y="6472238"/>
            <a:ext cx="2133600" cy="149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6657" tIns="28329" rIns="56657" bIns="28329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solidFill>
                  <a:srgbClr val="000000"/>
                </a:solidFill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>
                <a:cs typeface="+mn-cs"/>
              </a:rPr>
              <a:t>Page </a:t>
            </a:r>
            <a:fld id="{273915C9-78A0-48EC-8F28-1B5472C13489}" type="slidenum">
              <a:rPr lang="en-US">
                <a:cs typeface="+mn-cs"/>
              </a:rPr>
              <a:pPr>
                <a:defRPr/>
              </a:pPr>
              <a:t>‹#›</a:t>
            </a:fld>
            <a:endParaRPr lang="en-US" dirty="0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610" r:id="rId1"/>
    <p:sldLayoutId id="2147485611" r:id="rId2"/>
    <p:sldLayoutId id="2147485612" r:id="rId3"/>
    <p:sldLayoutId id="2147485613" r:id="rId4"/>
  </p:sldLayoutIdLst>
  <p:hf hdr="0" ftr="0" dt="0"/>
  <p:txStyles>
    <p:titleStyle>
      <a:lvl1pPr algn="l" defTabSz="912813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12813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12813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12813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12813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12813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12813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12813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12813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73038" indent="-173038" algn="l" defTabSz="904875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1pPr>
      <a:lvl2pPr marL="452438" indent="-165100" algn="l" defTabSz="904875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400">
          <a:solidFill>
            <a:schemeClr val="tx1"/>
          </a:solidFill>
          <a:latin typeface="+mn-lt"/>
        </a:defRPr>
      </a:lvl2pPr>
      <a:lvl3pPr marL="957263" indent="-220663" algn="l" defTabSz="904875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08100" indent="-234950" algn="l" defTabSz="904875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590675" indent="-166688" algn="l" defTabSz="904875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047875" indent="-166688" algn="l" defTabSz="904875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05075" indent="-166688" algn="l" defTabSz="904875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2962275" indent="-166688" algn="l" defTabSz="904875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19475" indent="-166688" algn="l" defTabSz="904875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12875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732612" name="Rectangle 4"/>
          <p:cNvSpPr>
            <a:spLocks noChangeArrowheads="1"/>
          </p:cNvSpPr>
          <p:nvPr/>
        </p:nvSpPr>
        <p:spPr bwMode="auto">
          <a:xfrm>
            <a:off x="381000" y="6400800"/>
            <a:ext cx="12890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3" name="Rectangle 5"/>
          <p:cNvSpPr>
            <a:spLocks noChangeArrowheads="1"/>
          </p:cNvSpPr>
          <p:nvPr/>
        </p:nvSpPr>
        <p:spPr bwMode="auto">
          <a:xfrm>
            <a:off x="3200400" y="6400800"/>
            <a:ext cx="2514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4" name="Rectangle 6"/>
          <p:cNvSpPr>
            <a:spLocks noChangeArrowheads="1"/>
          </p:cNvSpPr>
          <p:nvPr/>
        </p:nvSpPr>
        <p:spPr bwMode="auto">
          <a:xfrm>
            <a:off x="1938338" y="640080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Page </a:t>
            </a:r>
            <a:fld id="{BEFF30E2-C49C-4068-AF64-B77B2665ECB8}" type="slidenum">
              <a:rPr lang="en-US" sz="110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5" name="Line 7"/>
          <p:cNvSpPr>
            <a:spLocks noChangeShapeType="1"/>
          </p:cNvSpPr>
          <p:nvPr/>
        </p:nvSpPr>
        <p:spPr bwMode="auto">
          <a:xfrm>
            <a:off x="455613" y="762000"/>
            <a:ext cx="8229600" cy="0"/>
          </a:xfrm>
          <a:prstGeom prst="line">
            <a:avLst/>
          </a:prstGeom>
          <a:noFill/>
          <a:ln w="1270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6" name="Line 8"/>
          <p:cNvSpPr>
            <a:spLocks noChangeShapeType="1"/>
          </p:cNvSpPr>
          <p:nvPr/>
        </p:nvSpPr>
        <p:spPr bwMode="auto">
          <a:xfrm>
            <a:off x="455613" y="6324600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7" name="Line 9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1034" name="Picture 10" descr="logo_tagblac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15" r:id="rId1"/>
    <p:sldLayoutId id="2147485616" r:id="rId2"/>
    <p:sldLayoutId id="2147485617" r:id="rId3"/>
    <p:sldLayoutId id="2147485618" r:id="rId4"/>
    <p:sldLayoutId id="2147485619" r:id="rId5"/>
    <p:sldLayoutId id="2147485620" r:id="rId6"/>
    <p:sldLayoutId id="2147485621" r:id="rId7"/>
    <p:sldLayoutId id="2147485622" r:id="rId8"/>
    <p:sldLayoutId id="2147485623" r:id="rId9"/>
    <p:sldLayoutId id="2147485624" r:id="rId10"/>
    <p:sldLayoutId id="2147485625" r:id="rId11"/>
    <p:sldLayoutId id="2147485626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60363" indent="-36036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7550" indent="-35560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81088" indent="-36195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441450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800225" indent="-357188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74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6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8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90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12875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732612" name="Rectangle 4"/>
          <p:cNvSpPr>
            <a:spLocks noChangeArrowheads="1"/>
          </p:cNvSpPr>
          <p:nvPr/>
        </p:nvSpPr>
        <p:spPr bwMode="auto">
          <a:xfrm>
            <a:off x="381000" y="6400800"/>
            <a:ext cx="12890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3" name="Rectangle 5"/>
          <p:cNvSpPr>
            <a:spLocks noChangeArrowheads="1"/>
          </p:cNvSpPr>
          <p:nvPr/>
        </p:nvSpPr>
        <p:spPr bwMode="auto">
          <a:xfrm>
            <a:off x="3200400" y="6400800"/>
            <a:ext cx="2514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4" name="Rectangle 6"/>
          <p:cNvSpPr>
            <a:spLocks noChangeArrowheads="1"/>
          </p:cNvSpPr>
          <p:nvPr/>
        </p:nvSpPr>
        <p:spPr bwMode="auto">
          <a:xfrm>
            <a:off x="1938338" y="640080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Page </a:t>
            </a:r>
            <a:fld id="{BEFF30E2-C49C-4068-AF64-B77B2665ECB8}" type="slidenum">
              <a:rPr lang="en-US" sz="110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5" name="Line 7"/>
          <p:cNvSpPr>
            <a:spLocks noChangeShapeType="1"/>
          </p:cNvSpPr>
          <p:nvPr/>
        </p:nvSpPr>
        <p:spPr bwMode="auto">
          <a:xfrm>
            <a:off x="455613" y="762000"/>
            <a:ext cx="8229600" cy="0"/>
          </a:xfrm>
          <a:prstGeom prst="line">
            <a:avLst/>
          </a:prstGeom>
          <a:noFill/>
          <a:ln w="1270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6" name="Line 8"/>
          <p:cNvSpPr>
            <a:spLocks noChangeShapeType="1"/>
          </p:cNvSpPr>
          <p:nvPr/>
        </p:nvSpPr>
        <p:spPr bwMode="auto">
          <a:xfrm>
            <a:off x="455613" y="6324600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7" name="Line 9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1034" name="Picture 10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60363" indent="-36036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7550" indent="-35560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81088" indent="-36195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441450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800225" indent="-357188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74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6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8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90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12875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732612" name="Rectangle 4"/>
          <p:cNvSpPr>
            <a:spLocks noChangeArrowheads="1"/>
          </p:cNvSpPr>
          <p:nvPr/>
        </p:nvSpPr>
        <p:spPr bwMode="auto">
          <a:xfrm>
            <a:off x="381000" y="6400800"/>
            <a:ext cx="12890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3" name="Rectangle 5"/>
          <p:cNvSpPr>
            <a:spLocks noChangeArrowheads="1"/>
          </p:cNvSpPr>
          <p:nvPr/>
        </p:nvSpPr>
        <p:spPr bwMode="auto">
          <a:xfrm>
            <a:off x="3200400" y="6400800"/>
            <a:ext cx="2514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4" name="Rectangle 6"/>
          <p:cNvSpPr>
            <a:spLocks noChangeArrowheads="1"/>
          </p:cNvSpPr>
          <p:nvPr/>
        </p:nvSpPr>
        <p:spPr bwMode="auto">
          <a:xfrm>
            <a:off x="1938338" y="640080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Page </a:t>
            </a:r>
            <a:fld id="{BEFF30E2-C49C-4068-AF64-B77B2665ECB8}" type="slidenum">
              <a:rPr lang="en-US" sz="110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5" name="Line 7"/>
          <p:cNvSpPr>
            <a:spLocks noChangeShapeType="1"/>
          </p:cNvSpPr>
          <p:nvPr/>
        </p:nvSpPr>
        <p:spPr bwMode="auto">
          <a:xfrm>
            <a:off x="455613" y="762000"/>
            <a:ext cx="8229600" cy="0"/>
          </a:xfrm>
          <a:prstGeom prst="line">
            <a:avLst/>
          </a:prstGeom>
          <a:noFill/>
          <a:ln w="1270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6" name="Line 8"/>
          <p:cNvSpPr>
            <a:spLocks noChangeShapeType="1"/>
          </p:cNvSpPr>
          <p:nvPr/>
        </p:nvSpPr>
        <p:spPr bwMode="auto">
          <a:xfrm>
            <a:off x="455613" y="6324600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7" name="Line 9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1034" name="Picture 10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60363" indent="-36036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7550" indent="-35560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81088" indent="-36195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441450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800225" indent="-357188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74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6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8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90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12875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732612" name="Rectangle 4"/>
          <p:cNvSpPr>
            <a:spLocks noChangeArrowheads="1"/>
          </p:cNvSpPr>
          <p:nvPr/>
        </p:nvSpPr>
        <p:spPr bwMode="auto">
          <a:xfrm>
            <a:off x="381000" y="6400800"/>
            <a:ext cx="12890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3" name="Rectangle 5"/>
          <p:cNvSpPr>
            <a:spLocks noChangeArrowheads="1"/>
          </p:cNvSpPr>
          <p:nvPr/>
        </p:nvSpPr>
        <p:spPr bwMode="auto">
          <a:xfrm>
            <a:off x="3200400" y="6400800"/>
            <a:ext cx="2514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4" name="Rectangle 6"/>
          <p:cNvSpPr>
            <a:spLocks noChangeArrowheads="1"/>
          </p:cNvSpPr>
          <p:nvPr/>
        </p:nvSpPr>
        <p:spPr bwMode="auto">
          <a:xfrm>
            <a:off x="1938338" y="640080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Page </a:t>
            </a:r>
            <a:fld id="{BEFF30E2-C49C-4068-AF64-B77B2665ECB8}" type="slidenum">
              <a:rPr lang="en-US" sz="110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5" name="Line 7"/>
          <p:cNvSpPr>
            <a:spLocks noChangeShapeType="1"/>
          </p:cNvSpPr>
          <p:nvPr/>
        </p:nvSpPr>
        <p:spPr bwMode="auto">
          <a:xfrm>
            <a:off x="455613" y="762000"/>
            <a:ext cx="8229600" cy="0"/>
          </a:xfrm>
          <a:prstGeom prst="line">
            <a:avLst/>
          </a:prstGeom>
          <a:noFill/>
          <a:ln w="1270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6" name="Line 8"/>
          <p:cNvSpPr>
            <a:spLocks noChangeShapeType="1"/>
          </p:cNvSpPr>
          <p:nvPr/>
        </p:nvSpPr>
        <p:spPr bwMode="auto">
          <a:xfrm>
            <a:off x="455613" y="6324600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7" name="Line 9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1034" name="Picture 10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60363" indent="-36036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7550" indent="-35560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81088" indent="-36195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441450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800225" indent="-357188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74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6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8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90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12875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732612" name="Rectangle 4"/>
          <p:cNvSpPr>
            <a:spLocks noChangeArrowheads="1"/>
          </p:cNvSpPr>
          <p:nvPr/>
        </p:nvSpPr>
        <p:spPr bwMode="auto">
          <a:xfrm>
            <a:off x="381000" y="6400800"/>
            <a:ext cx="12890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3" name="Rectangle 5"/>
          <p:cNvSpPr>
            <a:spLocks noChangeArrowheads="1"/>
          </p:cNvSpPr>
          <p:nvPr/>
        </p:nvSpPr>
        <p:spPr bwMode="auto">
          <a:xfrm>
            <a:off x="3200400" y="6400800"/>
            <a:ext cx="2514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4" name="Rectangle 6"/>
          <p:cNvSpPr>
            <a:spLocks noChangeArrowheads="1"/>
          </p:cNvSpPr>
          <p:nvPr/>
        </p:nvSpPr>
        <p:spPr bwMode="auto">
          <a:xfrm>
            <a:off x="1938338" y="640080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Page </a:t>
            </a:r>
            <a:fld id="{BEFF30E2-C49C-4068-AF64-B77B2665ECB8}" type="slidenum">
              <a:rPr lang="en-US" sz="110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5" name="Line 7"/>
          <p:cNvSpPr>
            <a:spLocks noChangeShapeType="1"/>
          </p:cNvSpPr>
          <p:nvPr/>
        </p:nvSpPr>
        <p:spPr bwMode="auto">
          <a:xfrm>
            <a:off x="455613" y="762000"/>
            <a:ext cx="8229600" cy="0"/>
          </a:xfrm>
          <a:prstGeom prst="line">
            <a:avLst/>
          </a:prstGeom>
          <a:noFill/>
          <a:ln w="1270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6" name="Line 8"/>
          <p:cNvSpPr>
            <a:spLocks noChangeShapeType="1"/>
          </p:cNvSpPr>
          <p:nvPr/>
        </p:nvSpPr>
        <p:spPr bwMode="auto">
          <a:xfrm>
            <a:off x="455613" y="6324600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7" name="Line 9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1034" name="Picture 10" descr="logo_tagblac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60" r:id="rId1"/>
    <p:sldLayoutId id="2147485661" r:id="rId2"/>
    <p:sldLayoutId id="2147485662" r:id="rId3"/>
    <p:sldLayoutId id="2147485663" r:id="rId4"/>
    <p:sldLayoutId id="2147485664" r:id="rId5"/>
    <p:sldLayoutId id="2147485665" r:id="rId6"/>
    <p:sldLayoutId id="2147485666" r:id="rId7"/>
    <p:sldLayoutId id="2147485667" r:id="rId8"/>
    <p:sldLayoutId id="2147485668" r:id="rId9"/>
    <p:sldLayoutId id="2147485669" r:id="rId10"/>
    <p:sldLayoutId id="2147485670" r:id="rId11"/>
    <p:sldLayoutId id="2147485671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60363" indent="-36036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7550" indent="-35560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81088" indent="-36195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441450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800225" indent="-357188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74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6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8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90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9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  <a:cs typeface="+mn-cs"/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  <a:cs typeface="+mn-cs"/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  <a:cs typeface="+mn-cs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673" r:id="rId1"/>
    <p:sldLayoutId id="2147485674" r:id="rId2"/>
    <p:sldLayoutId id="2147485675" r:id="rId3"/>
    <p:sldLayoutId id="2147485676" r:id="rId4"/>
    <p:sldLayoutId id="2147485677" r:id="rId5"/>
    <p:sldLayoutId id="2147485678" r:id="rId6"/>
    <p:sldLayoutId id="2147485679" r:id="rId7"/>
    <p:sldLayoutId id="2147485680" r:id="rId8"/>
    <p:sldLayoutId id="2147485681" r:id="rId9"/>
    <p:sldLayoutId id="2147485682" r:id="rId10"/>
    <p:sldLayoutId id="2147485683" r:id="rId11"/>
    <p:sldLayoutId id="2147485684" r:id="rId12"/>
    <p:sldLayoutId id="2147485685" r:id="rId13"/>
    <p:sldLayoutId id="2147485686" r:id="rId14"/>
    <p:sldLayoutId id="2147485687" r:id="rId15"/>
    <p:sldLayoutId id="2147485688" r:id="rId16"/>
    <p:sldLayoutId id="2147485689" r:id="rId17"/>
    <p:sldLayoutId id="2147485690" r:id="rId18"/>
    <p:sldLayoutId id="2147485691" r:id="rId19"/>
    <p:sldLayoutId id="2147485692" r:id="rId20"/>
    <p:sldLayoutId id="2147485693" r:id="rId21"/>
    <p:sldLayoutId id="2147485694" r:id="rId22"/>
    <p:sldLayoutId id="2147485695" r:id="rId23"/>
    <p:sldLayoutId id="2147485696" r:id="rId24"/>
    <p:sldLayoutId id="2147485697" r:id="rId25"/>
    <p:sldLayoutId id="2147485698" r:id="rId26"/>
    <p:sldLayoutId id="2147485699" r:id="rId27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6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  <a:cs typeface="+mn-cs"/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  <a:cs typeface="+mn-cs"/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  <a:cs typeface="+mn-cs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01" r:id="rId1"/>
    <p:sldLayoutId id="2147485702" r:id="rId2"/>
    <p:sldLayoutId id="2147485703" r:id="rId3"/>
    <p:sldLayoutId id="2147485705" r:id="rId4"/>
    <p:sldLayoutId id="2147485706" r:id="rId5"/>
    <p:sldLayoutId id="2147485707" r:id="rId6"/>
    <p:sldLayoutId id="2147485708" r:id="rId7"/>
    <p:sldLayoutId id="2147485709" r:id="rId8"/>
    <p:sldLayoutId id="2147485710" r:id="rId9"/>
    <p:sldLayoutId id="2147485711" r:id="rId10"/>
    <p:sldLayoutId id="2147485712" r:id="rId11"/>
    <p:sldLayoutId id="2147485713" r:id="rId12"/>
    <p:sldLayoutId id="2147485714" r:id="rId13"/>
    <p:sldLayoutId id="2147485715" r:id="rId14"/>
    <p:sldLayoutId id="2147485716" r:id="rId15"/>
    <p:sldLayoutId id="2147485717" r:id="rId16"/>
    <p:sldLayoutId id="2147485718" r:id="rId17"/>
    <p:sldLayoutId id="2147485719" r:id="rId18"/>
    <p:sldLayoutId id="2147485720" r:id="rId19"/>
    <p:sldLayoutId id="2147485721" r:id="rId20"/>
    <p:sldLayoutId id="2147485722" r:id="rId21"/>
    <p:sldLayoutId id="2147485723" r:id="rId22"/>
    <p:sldLayoutId id="2147485724" r:id="rId23"/>
    <p:sldLayoutId id="2147485725" r:id="rId24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7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  <a:cs typeface="+mn-cs"/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  <a:cs typeface="+mn-cs"/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  <a:cs typeface="+mn-cs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27" r:id="rId1"/>
    <p:sldLayoutId id="2147485729" r:id="rId2"/>
    <p:sldLayoutId id="2147485730" r:id="rId3"/>
    <p:sldLayoutId id="2147485731" r:id="rId4"/>
    <p:sldLayoutId id="2147485732" r:id="rId5"/>
    <p:sldLayoutId id="2147485733" r:id="rId6"/>
    <p:sldLayoutId id="2147485734" r:id="rId7"/>
    <p:sldLayoutId id="2147485735" r:id="rId8"/>
    <p:sldLayoutId id="2147485737" r:id="rId9"/>
    <p:sldLayoutId id="2147485738" r:id="rId10"/>
    <p:sldLayoutId id="2147485739" r:id="rId11"/>
    <p:sldLayoutId id="2147485740" r:id="rId12"/>
    <p:sldLayoutId id="2147485741" r:id="rId13"/>
    <p:sldLayoutId id="2147485742" r:id="rId14"/>
    <p:sldLayoutId id="2147485743" r:id="rId15"/>
    <p:sldLayoutId id="2147485744" r:id="rId16"/>
    <p:sldLayoutId id="2147485745" r:id="rId17"/>
    <p:sldLayoutId id="2147485746" r:id="rId18"/>
    <p:sldLayoutId id="2147485747" r:id="rId19"/>
    <p:sldLayoutId id="2147485748" r:id="rId20"/>
    <p:sldLayoutId id="2147485749" r:id="rId21"/>
    <p:sldLayoutId id="2147485750" r:id="rId22"/>
    <p:sldLayoutId id="2147485751" r:id="rId23"/>
    <p:sldLayoutId id="2147485752" r:id="rId24"/>
    <p:sldLayoutId id="2147485753" r:id="rId25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9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  <a:cs typeface="+mn-cs"/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  <a:cs typeface="+mn-cs"/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  <a:cs typeface="+mn-cs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55" r:id="rId1"/>
    <p:sldLayoutId id="2147485756" r:id="rId2"/>
    <p:sldLayoutId id="2147485757" r:id="rId3"/>
    <p:sldLayoutId id="2147485758" r:id="rId4"/>
    <p:sldLayoutId id="2147485759" r:id="rId5"/>
    <p:sldLayoutId id="2147485760" r:id="rId6"/>
    <p:sldLayoutId id="2147485761" r:id="rId7"/>
    <p:sldLayoutId id="2147485762" r:id="rId8"/>
    <p:sldLayoutId id="2147485763" r:id="rId9"/>
    <p:sldLayoutId id="2147485764" r:id="rId10"/>
    <p:sldLayoutId id="2147485765" r:id="rId11"/>
    <p:sldLayoutId id="2147485766" r:id="rId12"/>
    <p:sldLayoutId id="2147485767" r:id="rId13"/>
    <p:sldLayoutId id="2147485768" r:id="rId14"/>
    <p:sldLayoutId id="2147485769" r:id="rId15"/>
    <p:sldLayoutId id="2147485770" r:id="rId16"/>
    <p:sldLayoutId id="2147485771" r:id="rId17"/>
    <p:sldLayoutId id="2147485772" r:id="rId18"/>
    <p:sldLayoutId id="2147485773" r:id="rId19"/>
    <p:sldLayoutId id="2147485774" r:id="rId20"/>
    <p:sldLayoutId id="2147485775" r:id="rId21"/>
    <p:sldLayoutId id="2147485776" r:id="rId22"/>
    <p:sldLayoutId id="2147485777" r:id="rId23"/>
    <p:sldLayoutId id="2147485778" r:id="rId24"/>
    <p:sldLayoutId id="2147485779" r:id="rId25"/>
    <p:sldLayoutId id="2147485780" r:id="rId26"/>
    <p:sldLayoutId id="2147485781" r:id="rId27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6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  <a:cs typeface="+mn-cs"/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  <a:cs typeface="+mn-cs"/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  <a:cs typeface="+mn-cs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83" r:id="rId1"/>
    <p:sldLayoutId id="2147485784" r:id="rId2"/>
    <p:sldLayoutId id="2147485785" r:id="rId3"/>
    <p:sldLayoutId id="2147485787" r:id="rId4"/>
    <p:sldLayoutId id="2147485788" r:id="rId5"/>
    <p:sldLayoutId id="2147485789" r:id="rId6"/>
    <p:sldLayoutId id="2147485790" r:id="rId7"/>
    <p:sldLayoutId id="2147485791" r:id="rId8"/>
    <p:sldLayoutId id="2147485792" r:id="rId9"/>
    <p:sldLayoutId id="2147485793" r:id="rId10"/>
    <p:sldLayoutId id="2147485794" r:id="rId11"/>
    <p:sldLayoutId id="2147485795" r:id="rId12"/>
    <p:sldLayoutId id="2147485796" r:id="rId13"/>
    <p:sldLayoutId id="2147485797" r:id="rId14"/>
    <p:sldLayoutId id="2147485798" r:id="rId15"/>
    <p:sldLayoutId id="2147485799" r:id="rId16"/>
    <p:sldLayoutId id="2147485800" r:id="rId17"/>
    <p:sldLayoutId id="2147485801" r:id="rId18"/>
    <p:sldLayoutId id="2147485802" r:id="rId19"/>
    <p:sldLayoutId id="2147485803" r:id="rId20"/>
    <p:sldLayoutId id="2147485804" r:id="rId21"/>
    <p:sldLayoutId id="2147485805" r:id="rId22"/>
    <p:sldLayoutId id="2147485806" r:id="rId23"/>
    <p:sldLayoutId id="2147485807" r:id="rId24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12875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732612" name="Rectangle 4"/>
          <p:cNvSpPr>
            <a:spLocks noChangeArrowheads="1"/>
          </p:cNvSpPr>
          <p:nvPr/>
        </p:nvSpPr>
        <p:spPr bwMode="auto">
          <a:xfrm>
            <a:off x="381000" y="6400800"/>
            <a:ext cx="12890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3" name="Rectangle 5"/>
          <p:cNvSpPr>
            <a:spLocks noChangeArrowheads="1"/>
          </p:cNvSpPr>
          <p:nvPr/>
        </p:nvSpPr>
        <p:spPr bwMode="auto">
          <a:xfrm>
            <a:off x="3200400" y="6400800"/>
            <a:ext cx="2514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4" name="Rectangle 6"/>
          <p:cNvSpPr>
            <a:spLocks noChangeArrowheads="1"/>
          </p:cNvSpPr>
          <p:nvPr/>
        </p:nvSpPr>
        <p:spPr bwMode="auto">
          <a:xfrm>
            <a:off x="1938338" y="640080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Page </a:t>
            </a:r>
            <a:fld id="{BEFF30E2-C49C-4068-AF64-B77B2665ECB8}" type="slidenum">
              <a:rPr lang="en-US" sz="110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5" name="Line 7"/>
          <p:cNvSpPr>
            <a:spLocks noChangeShapeType="1"/>
          </p:cNvSpPr>
          <p:nvPr/>
        </p:nvSpPr>
        <p:spPr bwMode="auto">
          <a:xfrm>
            <a:off x="455613" y="762000"/>
            <a:ext cx="8229600" cy="0"/>
          </a:xfrm>
          <a:prstGeom prst="line">
            <a:avLst/>
          </a:prstGeom>
          <a:noFill/>
          <a:ln w="1270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6" name="Line 8"/>
          <p:cNvSpPr>
            <a:spLocks noChangeShapeType="1"/>
          </p:cNvSpPr>
          <p:nvPr/>
        </p:nvSpPr>
        <p:spPr bwMode="auto">
          <a:xfrm>
            <a:off x="455613" y="6324600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7" name="Line 9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1034" name="Picture 10" descr="logo_tagblack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822" r:id="rId1"/>
    <p:sldLayoutId id="2147485823" r:id="rId2"/>
    <p:sldLayoutId id="2147485824" r:id="rId3"/>
    <p:sldLayoutId id="2147485825" r:id="rId4"/>
    <p:sldLayoutId id="2147485826" r:id="rId5"/>
    <p:sldLayoutId id="2147485827" r:id="rId6"/>
    <p:sldLayoutId id="2147485828" r:id="rId7"/>
    <p:sldLayoutId id="2147485829" r:id="rId8"/>
    <p:sldLayoutId id="2147485830" r:id="rId9"/>
    <p:sldLayoutId id="2147485831" r:id="rId10"/>
    <p:sldLayoutId id="2147485832" r:id="rId11"/>
    <p:sldLayoutId id="2147485833" r:id="rId12"/>
    <p:sldLayoutId id="2147485835" r:id="rId13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60363" indent="-36036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7550" indent="-35560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81088" indent="-36195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441450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800225" indent="-357188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74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6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8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90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7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  <a:cs typeface="+mn-cs"/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  <a:cs typeface="+mn-cs"/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  <a:cs typeface="+mn-cs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37" r:id="rId1"/>
    <p:sldLayoutId id="2147485838" r:id="rId2"/>
    <p:sldLayoutId id="2147485839" r:id="rId3"/>
    <p:sldLayoutId id="2147485840" r:id="rId4"/>
    <p:sldLayoutId id="2147485841" r:id="rId5"/>
    <p:sldLayoutId id="2147485842" r:id="rId6"/>
    <p:sldLayoutId id="2147485843" r:id="rId7"/>
    <p:sldLayoutId id="2147485844" r:id="rId8"/>
    <p:sldLayoutId id="2147485845" r:id="rId9"/>
    <p:sldLayoutId id="2147485846" r:id="rId10"/>
    <p:sldLayoutId id="2147485847" r:id="rId11"/>
    <p:sldLayoutId id="2147485848" r:id="rId12"/>
    <p:sldLayoutId id="2147485849" r:id="rId13"/>
    <p:sldLayoutId id="2147485850" r:id="rId14"/>
    <p:sldLayoutId id="2147485851" r:id="rId15"/>
    <p:sldLayoutId id="2147485852" r:id="rId16"/>
    <p:sldLayoutId id="2147485853" r:id="rId17"/>
    <p:sldLayoutId id="2147485854" r:id="rId18"/>
    <p:sldLayoutId id="2147485855" r:id="rId19"/>
    <p:sldLayoutId id="2147485856" r:id="rId20"/>
    <p:sldLayoutId id="2147485857" r:id="rId21"/>
    <p:sldLayoutId id="2147485858" r:id="rId22"/>
    <p:sldLayoutId id="2147485859" r:id="rId23"/>
    <p:sldLayoutId id="2147485860" r:id="rId24"/>
    <p:sldLayoutId id="2147485861" r:id="rId25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9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  <a:cs typeface="+mn-cs"/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  <a:cs typeface="+mn-cs"/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  <a:cs typeface="+mn-cs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63" r:id="rId1"/>
    <p:sldLayoutId id="2147485864" r:id="rId2"/>
    <p:sldLayoutId id="2147485865" r:id="rId3"/>
    <p:sldLayoutId id="2147485866" r:id="rId4"/>
    <p:sldLayoutId id="2147485867" r:id="rId5"/>
    <p:sldLayoutId id="2147485868" r:id="rId6"/>
    <p:sldLayoutId id="2147485869" r:id="rId7"/>
    <p:sldLayoutId id="2147485870" r:id="rId8"/>
    <p:sldLayoutId id="2147485871" r:id="rId9"/>
    <p:sldLayoutId id="2147485872" r:id="rId10"/>
    <p:sldLayoutId id="2147485873" r:id="rId11"/>
    <p:sldLayoutId id="2147485874" r:id="rId12"/>
    <p:sldLayoutId id="2147485875" r:id="rId13"/>
    <p:sldLayoutId id="2147485876" r:id="rId14"/>
    <p:sldLayoutId id="2147485877" r:id="rId15"/>
    <p:sldLayoutId id="2147485878" r:id="rId16"/>
    <p:sldLayoutId id="2147485879" r:id="rId17"/>
    <p:sldLayoutId id="2147485880" r:id="rId18"/>
    <p:sldLayoutId id="2147485881" r:id="rId19"/>
    <p:sldLayoutId id="2147485882" r:id="rId20"/>
    <p:sldLayoutId id="2147485883" r:id="rId21"/>
    <p:sldLayoutId id="2147485884" r:id="rId22"/>
    <p:sldLayoutId id="2147485885" r:id="rId23"/>
    <p:sldLayoutId id="2147485886" r:id="rId24"/>
    <p:sldLayoutId id="2147485887" r:id="rId25"/>
    <p:sldLayoutId id="2147485888" r:id="rId26"/>
    <p:sldLayoutId id="2147485889" r:id="rId27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12875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732612" name="Rectangle 4"/>
          <p:cNvSpPr>
            <a:spLocks noChangeArrowheads="1"/>
          </p:cNvSpPr>
          <p:nvPr/>
        </p:nvSpPr>
        <p:spPr bwMode="auto">
          <a:xfrm>
            <a:off x="381000" y="6400800"/>
            <a:ext cx="12890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3" name="Rectangle 5"/>
          <p:cNvSpPr>
            <a:spLocks noChangeArrowheads="1"/>
          </p:cNvSpPr>
          <p:nvPr/>
        </p:nvSpPr>
        <p:spPr bwMode="auto">
          <a:xfrm>
            <a:off x="3200400" y="6400800"/>
            <a:ext cx="2514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4" name="Rectangle 6"/>
          <p:cNvSpPr>
            <a:spLocks noChangeArrowheads="1"/>
          </p:cNvSpPr>
          <p:nvPr/>
        </p:nvSpPr>
        <p:spPr bwMode="auto">
          <a:xfrm>
            <a:off x="1938338" y="640080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Page </a:t>
            </a:r>
            <a:fld id="{BEFF30E2-C49C-4068-AF64-B77B2665ECB8}" type="slidenum">
              <a:rPr lang="en-US" sz="110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5" name="Line 7"/>
          <p:cNvSpPr>
            <a:spLocks noChangeShapeType="1"/>
          </p:cNvSpPr>
          <p:nvPr/>
        </p:nvSpPr>
        <p:spPr bwMode="auto">
          <a:xfrm>
            <a:off x="455613" y="762000"/>
            <a:ext cx="8229600" cy="0"/>
          </a:xfrm>
          <a:prstGeom prst="line">
            <a:avLst/>
          </a:prstGeom>
          <a:noFill/>
          <a:ln w="1270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6" name="Line 8"/>
          <p:cNvSpPr>
            <a:spLocks noChangeShapeType="1"/>
          </p:cNvSpPr>
          <p:nvPr/>
        </p:nvSpPr>
        <p:spPr bwMode="auto">
          <a:xfrm>
            <a:off x="455613" y="6324600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7" name="Line 9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1034" name="Picture 10" descr="logo_tagblac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891" r:id="rId1"/>
    <p:sldLayoutId id="2147485892" r:id="rId2"/>
    <p:sldLayoutId id="2147485893" r:id="rId3"/>
    <p:sldLayoutId id="2147485894" r:id="rId4"/>
    <p:sldLayoutId id="2147485895" r:id="rId5"/>
    <p:sldLayoutId id="2147485896" r:id="rId6"/>
    <p:sldLayoutId id="2147485897" r:id="rId7"/>
    <p:sldLayoutId id="2147485898" r:id="rId8"/>
    <p:sldLayoutId id="2147485899" r:id="rId9"/>
    <p:sldLayoutId id="2147485900" r:id="rId10"/>
    <p:sldLayoutId id="2147485901" r:id="rId11"/>
    <p:sldLayoutId id="2147485902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60363" indent="-36036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7550" indent="-35560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81088" indent="-36195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441450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800225" indent="-357188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74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6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8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90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12875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732612" name="Rectangle 4"/>
          <p:cNvSpPr>
            <a:spLocks noChangeArrowheads="1"/>
          </p:cNvSpPr>
          <p:nvPr/>
        </p:nvSpPr>
        <p:spPr bwMode="auto">
          <a:xfrm>
            <a:off x="381000" y="6400800"/>
            <a:ext cx="12890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3" name="Rectangle 5"/>
          <p:cNvSpPr>
            <a:spLocks noChangeArrowheads="1"/>
          </p:cNvSpPr>
          <p:nvPr/>
        </p:nvSpPr>
        <p:spPr bwMode="auto">
          <a:xfrm>
            <a:off x="3200400" y="6400800"/>
            <a:ext cx="2514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4" name="Rectangle 6"/>
          <p:cNvSpPr>
            <a:spLocks noChangeArrowheads="1"/>
          </p:cNvSpPr>
          <p:nvPr/>
        </p:nvSpPr>
        <p:spPr bwMode="auto">
          <a:xfrm>
            <a:off x="1938338" y="640080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Page </a:t>
            </a:r>
            <a:fld id="{BEFF30E2-C49C-4068-AF64-B77B2665ECB8}" type="slidenum">
              <a:rPr lang="en-US" sz="110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5" name="Line 7"/>
          <p:cNvSpPr>
            <a:spLocks noChangeShapeType="1"/>
          </p:cNvSpPr>
          <p:nvPr/>
        </p:nvSpPr>
        <p:spPr bwMode="auto">
          <a:xfrm>
            <a:off x="455613" y="762000"/>
            <a:ext cx="8229600" cy="0"/>
          </a:xfrm>
          <a:prstGeom prst="line">
            <a:avLst/>
          </a:prstGeom>
          <a:noFill/>
          <a:ln w="1270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6" name="Line 8"/>
          <p:cNvSpPr>
            <a:spLocks noChangeShapeType="1"/>
          </p:cNvSpPr>
          <p:nvPr/>
        </p:nvSpPr>
        <p:spPr bwMode="auto">
          <a:xfrm>
            <a:off x="455613" y="6324600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7" name="Line 9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1034" name="Picture 10" descr="logo_tagblack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04" r:id="rId1"/>
    <p:sldLayoutId id="2147485905" r:id="rId2"/>
    <p:sldLayoutId id="2147485906" r:id="rId3"/>
    <p:sldLayoutId id="2147485907" r:id="rId4"/>
    <p:sldLayoutId id="2147485908" r:id="rId5"/>
    <p:sldLayoutId id="2147485909" r:id="rId6"/>
    <p:sldLayoutId id="2147485910" r:id="rId7"/>
    <p:sldLayoutId id="2147485911" r:id="rId8"/>
    <p:sldLayoutId id="2147485912" r:id="rId9"/>
    <p:sldLayoutId id="2147485913" r:id="rId10"/>
    <p:sldLayoutId id="2147485914" r:id="rId11"/>
    <p:sldLayoutId id="2147485915" r:id="rId12"/>
    <p:sldLayoutId id="2147485917" r:id="rId13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60363" indent="-36036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7550" indent="-35560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81088" indent="-36195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441450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800225" indent="-357188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74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6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8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90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9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  <a:cs typeface="+mn-cs"/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  <a:cs typeface="+mn-cs"/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  <a:cs typeface="+mn-cs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919" r:id="rId1"/>
    <p:sldLayoutId id="2147485920" r:id="rId2"/>
    <p:sldLayoutId id="2147485921" r:id="rId3"/>
    <p:sldLayoutId id="2147485922" r:id="rId4"/>
    <p:sldLayoutId id="2147485923" r:id="rId5"/>
    <p:sldLayoutId id="2147485924" r:id="rId6"/>
    <p:sldLayoutId id="2147485925" r:id="rId7"/>
    <p:sldLayoutId id="2147485926" r:id="rId8"/>
    <p:sldLayoutId id="2147485927" r:id="rId9"/>
    <p:sldLayoutId id="2147485928" r:id="rId10"/>
    <p:sldLayoutId id="2147485929" r:id="rId11"/>
    <p:sldLayoutId id="2147485930" r:id="rId12"/>
    <p:sldLayoutId id="2147485931" r:id="rId13"/>
    <p:sldLayoutId id="2147485932" r:id="rId14"/>
    <p:sldLayoutId id="2147485933" r:id="rId15"/>
    <p:sldLayoutId id="2147485934" r:id="rId16"/>
    <p:sldLayoutId id="2147485935" r:id="rId17"/>
    <p:sldLayoutId id="2147485936" r:id="rId18"/>
    <p:sldLayoutId id="2147485937" r:id="rId19"/>
    <p:sldLayoutId id="2147485938" r:id="rId20"/>
    <p:sldLayoutId id="2147485939" r:id="rId21"/>
    <p:sldLayoutId id="2147485940" r:id="rId22"/>
    <p:sldLayoutId id="2147485941" r:id="rId23"/>
    <p:sldLayoutId id="2147485942" r:id="rId24"/>
    <p:sldLayoutId id="2147485943" r:id="rId25"/>
    <p:sldLayoutId id="2147485944" r:id="rId26"/>
    <p:sldLayoutId id="2147485945" r:id="rId27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7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  <a:cs typeface="+mn-cs"/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  <a:cs typeface="+mn-cs"/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  <a:cs typeface="+mn-cs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948" r:id="rId1"/>
    <p:sldLayoutId id="2147485949" r:id="rId2"/>
    <p:sldLayoutId id="2147485950" r:id="rId3"/>
    <p:sldLayoutId id="2147485951" r:id="rId4"/>
    <p:sldLayoutId id="2147485952" r:id="rId5"/>
    <p:sldLayoutId id="2147485953" r:id="rId6"/>
    <p:sldLayoutId id="2147485954" r:id="rId7"/>
    <p:sldLayoutId id="2147485955" r:id="rId8"/>
    <p:sldLayoutId id="2147485956" r:id="rId9"/>
    <p:sldLayoutId id="2147485957" r:id="rId10"/>
    <p:sldLayoutId id="2147485958" r:id="rId11"/>
    <p:sldLayoutId id="2147485959" r:id="rId12"/>
    <p:sldLayoutId id="2147485960" r:id="rId13"/>
    <p:sldLayoutId id="2147485961" r:id="rId14"/>
    <p:sldLayoutId id="2147485962" r:id="rId15"/>
    <p:sldLayoutId id="2147485963" r:id="rId16"/>
    <p:sldLayoutId id="2147485964" r:id="rId17"/>
    <p:sldLayoutId id="2147485965" r:id="rId18"/>
    <p:sldLayoutId id="2147485966" r:id="rId19"/>
    <p:sldLayoutId id="2147485967" r:id="rId20"/>
    <p:sldLayoutId id="2147485968" r:id="rId21"/>
    <p:sldLayoutId id="2147485969" r:id="rId22"/>
    <p:sldLayoutId id="2147485970" r:id="rId23"/>
    <p:sldLayoutId id="2147485971" r:id="rId24"/>
    <p:sldLayoutId id="2147485972" r:id="rId25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12875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732612" name="Rectangle 4"/>
          <p:cNvSpPr>
            <a:spLocks noChangeArrowheads="1"/>
          </p:cNvSpPr>
          <p:nvPr/>
        </p:nvSpPr>
        <p:spPr bwMode="auto">
          <a:xfrm>
            <a:off x="381000" y="6400800"/>
            <a:ext cx="12890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3" name="Rectangle 5"/>
          <p:cNvSpPr>
            <a:spLocks noChangeArrowheads="1"/>
          </p:cNvSpPr>
          <p:nvPr/>
        </p:nvSpPr>
        <p:spPr bwMode="auto">
          <a:xfrm>
            <a:off x="3200400" y="6400800"/>
            <a:ext cx="2514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4" name="Rectangle 6"/>
          <p:cNvSpPr>
            <a:spLocks noChangeArrowheads="1"/>
          </p:cNvSpPr>
          <p:nvPr/>
        </p:nvSpPr>
        <p:spPr bwMode="auto">
          <a:xfrm>
            <a:off x="1938338" y="640080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Page </a:t>
            </a:r>
            <a:fld id="{BEFF30E2-C49C-4068-AF64-B77B2665ECB8}" type="slidenum">
              <a:rPr lang="en-US" sz="110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5" name="Line 7"/>
          <p:cNvSpPr>
            <a:spLocks noChangeShapeType="1"/>
          </p:cNvSpPr>
          <p:nvPr/>
        </p:nvSpPr>
        <p:spPr bwMode="auto">
          <a:xfrm>
            <a:off x="455613" y="762000"/>
            <a:ext cx="8229600" cy="0"/>
          </a:xfrm>
          <a:prstGeom prst="line">
            <a:avLst/>
          </a:prstGeom>
          <a:noFill/>
          <a:ln w="1270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6" name="Line 8"/>
          <p:cNvSpPr>
            <a:spLocks noChangeShapeType="1"/>
          </p:cNvSpPr>
          <p:nvPr/>
        </p:nvSpPr>
        <p:spPr bwMode="auto">
          <a:xfrm>
            <a:off x="455613" y="6324600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7" name="Line 9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1034" name="Picture 10" descr="logo_tagblac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74" r:id="rId1"/>
    <p:sldLayoutId id="2147485975" r:id="rId2"/>
    <p:sldLayoutId id="2147485976" r:id="rId3"/>
    <p:sldLayoutId id="2147485977" r:id="rId4"/>
    <p:sldLayoutId id="2147485978" r:id="rId5"/>
    <p:sldLayoutId id="2147485979" r:id="rId6"/>
    <p:sldLayoutId id="2147485980" r:id="rId7"/>
    <p:sldLayoutId id="2147485981" r:id="rId8"/>
    <p:sldLayoutId id="2147485982" r:id="rId9"/>
    <p:sldLayoutId id="2147485983" r:id="rId10"/>
    <p:sldLayoutId id="2147485984" r:id="rId11"/>
    <p:sldLayoutId id="2147485985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60363" indent="-36036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7550" indent="-35560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81088" indent="-36195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441450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800225" indent="-357188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74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6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8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90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9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988" r:id="rId1"/>
    <p:sldLayoutId id="2147485989" r:id="rId2"/>
    <p:sldLayoutId id="2147485990" r:id="rId3"/>
    <p:sldLayoutId id="2147485991" r:id="rId4"/>
    <p:sldLayoutId id="2147485992" r:id="rId5"/>
    <p:sldLayoutId id="2147485993" r:id="rId6"/>
    <p:sldLayoutId id="2147485994" r:id="rId7"/>
    <p:sldLayoutId id="2147485995" r:id="rId8"/>
    <p:sldLayoutId id="2147485996" r:id="rId9"/>
    <p:sldLayoutId id="2147485997" r:id="rId10"/>
    <p:sldLayoutId id="2147485998" r:id="rId11"/>
    <p:sldLayoutId id="2147485999" r:id="rId12"/>
    <p:sldLayoutId id="2147486000" r:id="rId13"/>
    <p:sldLayoutId id="2147486001" r:id="rId14"/>
    <p:sldLayoutId id="2147486002" r:id="rId15"/>
    <p:sldLayoutId id="2147486003" r:id="rId16"/>
    <p:sldLayoutId id="2147486004" r:id="rId17"/>
    <p:sldLayoutId id="2147486005" r:id="rId18"/>
    <p:sldLayoutId id="2147486006" r:id="rId19"/>
    <p:sldLayoutId id="2147486007" r:id="rId20"/>
    <p:sldLayoutId id="2147486008" r:id="rId21"/>
    <p:sldLayoutId id="2147486009" r:id="rId22"/>
    <p:sldLayoutId id="2147486010" r:id="rId23"/>
    <p:sldLayoutId id="2147486011" r:id="rId24"/>
    <p:sldLayoutId id="2147486012" r:id="rId25"/>
    <p:sldLayoutId id="2147486013" r:id="rId26"/>
    <p:sldLayoutId id="2147486014" r:id="rId27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7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  <a:cs typeface="+mn-cs"/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  <a:cs typeface="+mn-cs"/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  <a:cs typeface="+mn-cs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16" r:id="rId1"/>
    <p:sldLayoutId id="2147486017" r:id="rId2"/>
    <p:sldLayoutId id="2147486018" r:id="rId3"/>
    <p:sldLayoutId id="2147486019" r:id="rId4"/>
    <p:sldLayoutId id="2147486020" r:id="rId5"/>
    <p:sldLayoutId id="2147486021" r:id="rId6"/>
    <p:sldLayoutId id="2147486022" r:id="rId7"/>
    <p:sldLayoutId id="2147486023" r:id="rId8"/>
    <p:sldLayoutId id="2147486024" r:id="rId9"/>
    <p:sldLayoutId id="2147486025" r:id="rId10"/>
    <p:sldLayoutId id="2147486026" r:id="rId11"/>
    <p:sldLayoutId id="2147486027" r:id="rId12"/>
    <p:sldLayoutId id="2147486028" r:id="rId13"/>
    <p:sldLayoutId id="2147486029" r:id="rId14"/>
    <p:sldLayoutId id="2147486030" r:id="rId15"/>
    <p:sldLayoutId id="2147486031" r:id="rId16"/>
    <p:sldLayoutId id="2147486032" r:id="rId17"/>
    <p:sldLayoutId id="2147486033" r:id="rId18"/>
    <p:sldLayoutId id="2147486034" r:id="rId19"/>
    <p:sldLayoutId id="2147486035" r:id="rId20"/>
    <p:sldLayoutId id="2147486036" r:id="rId21"/>
    <p:sldLayoutId id="2147486037" r:id="rId22"/>
    <p:sldLayoutId id="2147486038" r:id="rId23"/>
    <p:sldLayoutId id="2147486039" r:id="rId24"/>
    <p:sldLayoutId id="2147486040" r:id="rId25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7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42" r:id="rId1"/>
    <p:sldLayoutId id="2147486043" r:id="rId2"/>
    <p:sldLayoutId id="2147486044" r:id="rId3"/>
    <p:sldLayoutId id="2147486045" r:id="rId4"/>
    <p:sldLayoutId id="2147486046" r:id="rId5"/>
    <p:sldLayoutId id="2147486047" r:id="rId6"/>
    <p:sldLayoutId id="2147486048" r:id="rId7"/>
    <p:sldLayoutId id="2147486049" r:id="rId8"/>
    <p:sldLayoutId id="2147486050" r:id="rId9"/>
    <p:sldLayoutId id="2147486051" r:id="rId10"/>
    <p:sldLayoutId id="2147486052" r:id="rId11"/>
    <p:sldLayoutId id="2147486053" r:id="rId12"/>
    <p:sldLayoutId id="2147486054" r:id="rId13"/>
    <p:sldLayoutId id="2147486055" r:id="rId14"/>
    <p:sldLayoutId id="2147486056" r:id="rId15"/>
    <p:sldLayoutId id="2147486057" r:id="rId16"/>
    <p:sldLayoutId id="2147486058" r:id="rId17"/>
    <p:sldLayoutId id="2147486059" r:id="rId18"/>
    <p:sldLayoutId id="2147486060" r:id="rId19"/>
    <p:sldLayoutId id="2147486061" r:id="rId20"/>
    <p:sldLayoutId id="2147486062" r:id="rId21"/>
    <p:sldLayoutId id="2147486063" r:id="rId22"/>
    <p:sldLayoutId id="2147486064" r:id="rId23"/>
    <p:sldLayoutId id="2147486065" r:id="rId24"/>
    <p:sldLayoutId id="2147486066" r:id="rId25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9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69" r:id="rId1"/>
    <p:sldLayoutId id="2147486070" r:id="rId2"/>
    <p:sldLayoutId id="2147486071" r:id="rId3"/>
    <p:sldLayoutId id="2147486072" r:id="rId4"/>
    <p:sldLayoutId id="2147486073" r:id="rId5"/>
    <p:sldLayoutId id="2147486074" r:id="rId6"/>
    <p:sldLayoutId id="2147486075" r:id="rId7"/>
    <p:sldLayoutId id="2147486076" r:id="rId8"/>
    <p:sldLayoutId id="2147486077" r:id="rId9"/>
    <p:sldLayoutId id="2147486078" r:id="rId10"/>
    <p:sldLayoutId id="2147486079" r:id="rId11"/>
    <p:sldLayoutId id="2147486080" r:id="rId12"/>
    <p:sldLayoutId id="2147486081" r:id="rId13"/>
    <p:sldLayoutId id="2147486082" r:id="rId14"/>
    <p:sldLayoutId id="2147486083" r:id="rId15"/>
    <p:sldLayoutId id="2147486084" r:id="rId16"/>
    <p:sldLayoutId id="2147486085" r:id="rId17"/>
    <p:sldLayoutId id="2147486086" r:id="rId18"/>
    <p:sldLayoutId id="2147486087" r:id="rId19"/>
    <p:sldLayoutId id="2147486088" r:id="rId20"/>
    <p:sldLayoutId id="2147486089" r:id="rId21"/>
    <p:sldLayoutId id="2147486090" r:id="rId22"/>
    <p:sldLayoutId id="2147486091" r:id="rId23"/>
    <p:sldLayoutId id="2147486092" r:id="rId24"/>
    <p:sldLayoutId id="2147486093" r:id="rId25"/>
    <p:sldLayoutId id="2147486094" r:id="rId26"/>
    <p:sldLayoutId id="2147486095" r:id="rId27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9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97" r:id="rId1"/>
    <p:sldLayoutId id="2147486098" r:id="rId2"/>
    <p:sldLayoutId id="2147486099" r:id="rId3"/>
    <p:sldLayoutId id="2147486100" r:id="rId4"/>
    <p:sldLayoutId id="2147486101" r:id="rId5"/>
    <p:sldLayoutId id="2147486102" r:id="rId6"/>
    <p:sldLayoutId id="2147486103" r:id="rId7"/>
    <p:sldLayoutId id="2147486104" r:id="rId8"/>
    <p:sldLayoutId id="2147486105" r:id="rId9"/>
    <p:sldLayoutId id="2147486106" r:id="rId10"/>
    <p:sldLayoutId id="2147486107" r:id="rId11"/>
    <p:sldLayoutId id="2147486108" r:id="rId12"/>
    <p:sldLayoutId id="2147486109" r:id="rId13"/>
    <p:sldLayoutId id="2147486110" r:id="rId14"/>
    <p:sldLayoutId id="2147486111" r:id="rId15"/>
    <p:sldLayoutId id="2147486112" r:id="rId16"/>
    <p:sldLayoutId id="2147486113" r:id="rId17"/>
    <p:sldLayoutId id="2147486114" r:id="rId18"/>
    <p:sldLayoutId id="2147486115" r:id="rId19"/>
    <p:sldLayoutId id="2147486116" r:id="rId20"/>
    <p:sldLayoutId id="2147486117" r:id="rId21"/>
    <p:sldLayoutId id="2147486118" r:id="rId22"/>
    <p:sldLayoutId id="2147486119" r:id="rId23"/>
    <p:sldLayoutId id="2147486120" r:id="rId24"/>
    <p:sldLayoutId id="2147486121" r:id="rId25"/>
    <p:sldLayoutId id="2147486122" r:id="rId26"/>
    <p:sldLayoutId id="2147486123" r:id="rId27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6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25" r:id="rId1"/>
    <p:sldLayoutId id="2147486126" r:id="rId2"/>
    <p:sldLayoutId id="2147486127" r:id="rId3"/>
    <p:sldLayoutId id="2147486129" r:id="rId4"/>
    <p:sldLayoutId id="2147486130" r:id="rId5"/>
    <p:sldLayoutId id="2147486131" r:id="rId6"/>
    <p:sldLayoutId id="2147486132" r:id="rId7"/>
    <p:sldLayoutId id="2147486133" r:id="rId8"/>
    <p:sldLayoutId id="2147486134" r:id="rId9"/>
    <p:sldLayoutId id="2147486135" r:id="rId10"/>
    <p:sldLayoutId id="2147486136" r:id="rId11"/>
    <p:sldLayoutId id="2147486137" r:id="rId12"/>
    <p:sldLayoutId id="2147486138" r:id="rId13"/>
    <p:sldLayoutId id="2147486139" r:id="rId14"/>
    <p:sldLayoutId id="2147486140" r:id="rId15"/>
    <p:sldLayoutId id="2147486141" r:id="rId16"/>
    <p:sldLayoutId id="2147486142" r:id="rId17"/>
    <p:sldLayoutId id="2147486143" r:id="rId18"/>
    <p:sldLayoutId id="2147486144" r:id="rId19"/>
    <p:sldLayoutId id="2147486145" r:id="rId20"/>
    <p:sldLayoutId id="2147486146" r:id="rId21"/>
    <p:sldLayoutId id="2147486147" r:id="rId22"/>
    <p:sldLayoutId id="2147486148" r:id="rId23"/>
    <p:sldLayoutId id="2147486149" r:id="rId24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6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51" r:id="rId1"/>
    <p:sldLayoutId id="2147486152" r:id="rId2"/>
    <p:sldLayoutId id="2147486153" r:id="rId3"/>
    <p:sldLayoutId id="2147486155" r:id="rId4"/>
    <p:sldLayoutId id="2147486156" r:id="rId5"/>
    <p:sldLayoutId id="2147486157" r:id="rId6"/>
    <p:sldLayoutId id="2147486158" r:id="rId7"/>
    <p:sldLayoutId id="2147486159" r:id="rId8"/>
    <p:sldLayoutId id="2147486160" r:id="rId9"/>
    <p:sldLayoutId id="2147486161" r:id="rId10"/>
    <p:sldLayoutId id="2147486162" r:id="rId11"/>
    <p:sldLayoutId id="2147486163" r:id="rId12"/>
    <p:sldLayoutId id="2147486164" r:id="rId13"/>
    <p:sldLayoutId id="2147486165" r:id="rId14"/>
    <p:sldLayoutId id="2147486166" r:id="rId15"/>
    <p:sldLayoutId id="2147486167" r:id="rId16"/>
    <p:sldLayoutId id="2147486168" r:id="rId17"/>
    <p:sldLayoutId id="2147486169" r:id="rId18"/>
    <p:sldLayoutId id="2147486170" r:id="rId19"/>
    <p:sldLayoutId id="2147486171" r:id="rId20"/>
    <p:sldLayoutId id="2147486172" r:id="rId21"/>
    <p:sldLayoutId id="2147486173" r:id="rId22"/>
    <p:sldLayoutId id="2147486174" r:id="rId23"/>
    <p:sldLayoutId id="2147486175" r:id="rId24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9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77" r:id="rId1"/>
    <p:sldLayoutId id="2147486178" r:id="rId2"/>
    <p:sldLayoutId id="2147486179" r:id="rId3"/>
    <p:sldLayoutId id="2147486180" r:id="rId4"/>
    <p:sldLayoutId id="2147486181" r:id="rId5"/>
    <p:sldLayoutId id="2147486182" r:id="rId6"/>
    <p:sldLayoutId id="2147486183" r:id="rId7"/>
    <p:sldLayoutId id="2147486184" r:id="rId8"/>
    <p:sldLayoutId id="2147486185" r:id="rId9"/>
    <p:sldLayoutId id="2147486186" r:id="rId10"/>
    <p:sldLayoutId id="2147486187" r:id="rId11"/>
    <p:sldLayoutId id="2147486188" r:id="rId12"/>
    <p:sldLayoutId id="2147486189" r:id="rId13"/>
    <p:sldLayoutId id="2147486190" r:id="rId14"/>
    <p:sldLayoutId id="2147486191" r:id="rId15"/>
    <p:sldLayoutId id="2147486192" r:id="rId16"/>
    <p:sldLayoutId id="2147486193" r:id="rId17"/>
    <p:sldLayoutId id="2147486194" r:id="rId18"/>
    <p:sldLayoutId id="2147486195" r:id="rId19"/>
    <p:sldLayoutId id="2147486196" r:id="rId20"/>
    <p:sldLayoutId id="2147486197" r:id="rId21"/>
    <p:sldLayoutId id="2147486198" r:id="rId22"/>
    <p:sldLayoutId id="2147486199" r:id="rId23"/>
    <p:sldLayoutId id="2147486200" r:id="rId24"/>
    <p:sldLayoutId id="2147486201" r:id="rId25"/>
    <p:sldLayoutId id="2147486202" r:id="rId26"/>
    <p:sldLayoutId id="2147486203" r:id="rId27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6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206" r:id="rId1"/>
    <p:sldLayoutId id="2147486207" r:id="rId2"/>
    <p:sldLayoutId id="2147486208" r:id="rId3"/>
    <p:sldLayoutId id="2147486210" r:id="rId4"/>
    <p:sldLayoutId id="2147486211" r:id="rId5"/>
    <p:sldLayoutId id="2147486212" r:id="rId6"/>
    <p:sldLayoutId id="2147486213" r:id="rId7"/>
    <p:sldLayoutId id="2147486214" r:id="rId8"/>
    <p:sldLayoutId id="2147486215" r:id="rId9"/>
    <p:sldLayoutId id="2147486216" r:id="rId10"/>
    <p:sldLayoutId id="2147486217" r:id="rId11"/>
    <p:sldLayoutId id="2147486218" r:id="rId12"/>
    <p:sldLayoutId id="2147486219" r:id="rId13"/>
    <p:sldLayoutId id="2147486220" r:id="rId14"/>
    <p:sldLayoutId id="2147486221" r:id="rId15"/>
    <p:sldLayoutId id="2147486222" r:id="rId16"/>
    <p:sldLayoutId id="2147486223" r:id="rId17"/>
    <p:sldLayoutId id="2147486224" r:id="rId18"/>
    <p:sldLayoutId id="2147486225" r:id="rId19"/>
    <p:sldLayoutId id="2147486226" r:id="rId20"/>
    <p:sldLayoutId id="2147486227" r:id="rId21"/>
    <p:sldLayoutId id="2147486228" r:id="rId22"/>
    <p:sldLayoutId id="2147486229" r:id="rId23"/>
    <p:sldLayoutId id="2147486230" r:id="rId24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12875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732612" name="Rectangle 4"/>
          <p:cNvSpPr>
            <a:spLocks noChangeArrowheads="1"/>
          </p:cNvSpPr>
          <p:nvPr/>
        </p:nvSpPr>
        <p:spPr bwMode="auto">
          <a:xfrm>
            <a:off x="381000" y="6400800"/>
            <a:ext cx="12890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3" name="Rectangle 5"/>
          <p:cNvSpPr>
            <a:spLocks noChangeArrowheads="1"/>
          </p:cNvSpPr>
          <p:nvPr/>
        </p:nvSpPr>
        <p:spPr bwMode="auto">
          <a:xfrm>
            <a:off x="3200400" y="6400800"/>
            <a:ext cx="2514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4" name="Rectangle 6"/>
          <p:cNvSpPr>
            <a:spLocks noChangeArrowheads="1"/>
          </p:cNvSpPr>
          <p:nvPr/>
        </p:nvSpPr>
        <p:spPr bwMode="auto">
          <a:xfrm>
            <a:off x="1938338" y="640080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Page </a:t>
            </a:r>
            <a:fld id="{BEFF30E2-C49C-4068-AF64-B77B2665ECB8}" type="slidenum">
              <a:rPr lang="en-US" sz="110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5" name="Line 7"/>
          <p:cNvSpPr>
            <a:spLocks noChangeShapeType="1"/>
          </p:cNvSpPr>
          <p:nvPr/>
        </p:nvSpPr>
        <p:spPr bwMode="auto">
          <a:xfrm>
            <a:off x="455613" y="762000"/>
            <a:ext cx="8229600" cy="0"/>
          </a:xfrm>
          <a:prstGeom prst="line">
            <a:avLst/>
          </a:prstGeom>
          <a:noFill/>
          <a:ln w="1270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6" name="Line 8"/>
          <p:cNvSpPr>
            <a:spLocks noChangeShapeType="1"/>
          </p:cNvSpPr>
          <p:nvPr/>
        </p:nvSpPr>
        <p:spPr bwMode="auto">
          <a:xfrm>
            <a:off x="455613" y="6324600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7" name="Line 9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1034" name="Picture 10" descr="logo_tagblac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232" r:id="rId1"/>
    <p:sldLayoutId id="2147486233" r:id="rId2"/>
    <p:sldLayoutId id="2147486234" r:id="rId3"/>
    <p:sldLayoutId id="2147486235" r:id="rId4"/>
    <p:sldLayoutId id="2147486236" r:id="rId5"/>
    <p:sldLayoutId id="2147486237" r:id="rId6"/>
    <p:sldLayoutId id="2147486238" r:id="rId7"/>
    <p:sldLayoutId id="2147486239" r:id="rId8"/>
    <p:sldLayoutId id="2147486240" r:id="rId9"/>
    <p:sldLayoutId id="2147486241" r:id="rId10"/>
    <p:sldLayoutId id="2147486242" r:id="rId11"/>
    <p:sldLayoutId id="2147486243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60363" indent="-36036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7550" indent="-35560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81088" indent="-36195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441450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800225" indent="-357188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74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6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8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90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12875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732612" name="Rectangle 4"/>
          <p:cNvSpPr>
            <a:spLocks noChangeArrowheads="1"/>
          </p:cNvSpPr>
          <p:nvPr/>
        </p:nvSpPr>
        <p:spPr bwMode="auto">
          <a:xfrm>
            <a:off x="381000" y="6400800"/>
            <a:ext cx="12890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3" name="Rectangle 5"/>
          <p:cNvSpPr>
            <a:spLocks noChangeArrowheads="1"/>
          </p:cNvSpPr>
          <p:nvPr/>
        </p:nvSpPr>
        <p:spPr bwMode="auto">
          <a:xfrm>
            <a:off x="3200400" y="6400800"/>
            <a:ext cx="2514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4" name="Rectangle 6"/>
          <p:cNvSpPr>
            <a:spLocks noChangeArrowheads="1"/>
          </p:cNvSpPr>
          <p:nvPr/>
        </p:nvSpPr>
        <p:spPr bwMode="auto">
          <a:xfrm>
            <a:off x="1938338" y="640080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100" dirty="0">
                <a:solidFill>
                  <a:srgbClr val="000000"/>
                </a:solidFill>
              </a:rPr>
              <a:t>Page </a:t>
            </a:r>
            <a:fld id="{BEFF30E2-C49C-4068-AF64-B77B2665ECB8}" type="slidenum">
              <a:rPr lang="en-US" sz="110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1732615" name="Line 7"/>
          <p:cNvSpPr>
            <a:spLocks noChangeShapeType="1"/>
          </p:cNvSpPr>
          <p:nvPr/>
        </p:nvSpPr>
        <p:spPr bwMode="auto">
          <a:xfrm>
            <a:off x="455613" y="762000"/>
            <a:ext cx="8229600" cy="0"/>
          </a:xfrm>
          <a:prstGeom prst="line">
            <a:avLst/>
          </a:prstGeom>
          <a:noFill/>
          <a:ln w="1270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6" name="Line 8"/>
          <p:cNvSpPr>
            <a:spLocks noChangeShapeType="1"/>
          </p:cNvSpPr>
          <p:nvPr/>
        </p:nvSpPr>
        <p:spPr bwMode="auto">
          <a:xfrm>
            <a:off x="455613" y="6324600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732617" name="Line 9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1034" name="Picture 10" descr="logo_tagblac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248" r:id="rId1"/>
    <p:sldLayoutId id="2147486249" r:id="rId2"/>
    <p:sldLayoutId id="2147486250" r:id="rId3"/>
    <p:sldLayoutId id="2147486251" r:id="rId4"/>
    <p:sldLayoutId id="2147486252" r:id="rId5"/>
    <p:sldLayoutId id="2147486253" r:id="rId6"/>
    <p:sldLayoutId id="2147486254" r:id="rId7"/>
    <p:sldLayoutId id="2147486255" r:id="rId8"/>
    <p:sldLayoutId id="2147486256" r:id="rId9"/>
    <p:sldLayoutId id="2147486257" r:id="rId10"/>
    <p:sldLayoutId id="2147486258" r:id="rId11"/>
    <p:sldLayoutId id="2147486259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60363" indent="-36036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7550" indent="-35560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81088" indent="-36195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441450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800225" indent="-357188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74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6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8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90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8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268" r:id="rId1"/>
    <p:sldLayoutId id="2147486269" r:id="rId2"/>
    <p:sldLayoutId id="2147486270" r:id="rId3"/>
    <p:sldLayoutId id="2147486271" r:id="rId4"/>
    <p:sldLayoutId id="2147486272" r:id="rId5"/>
    <p:sldLayoutId id="2147486273" r:id="rId6"/>
    <p:sldLayoutId id="2147486274" r:id="rId7"/>
    <p:sldLayoutId id="2147486275" r:id="rId8"/>
    <p:sldLayoutId id="2147486276" r:id="rId9"/>
    <p:sldLayoutId id="2147486277" r:id="rId10"/>
    <p:sldLayoutId id="2147486278" r:id="rId11"/>
    <p:sldLayoutId id="2147486279" r:id="rId12"/>
    <p:sldLayoutId id="2147486280" r:id="rId13"/>
    <p:sldLayoutId id="2147486281" r:id="rId14"/>
    <p:sldLayoutId id="2147486282" r:id="rId15"/>
    <p:sldLayoutId id="2147486283" r:id="rId16"/>
    <p:sldLayoutId id="2147486284" r:id="rId17"/>
    <p:sldLayoutId id="2147486285" r:id="rId18"/>
    <p:sldLayoutId id="2147486286" r:id="rId19"/>
    <p:sldLayoutId id="2147486287" r:id="rId20"/>
    <p:sldLayoutId id="2147486288" r:id="rId21"/>
    <p:sldLayoutId id="2147486289" r:id="rId22"/>
    <p:sldLayoutId id="2147486290" r:id="rId23"/>
    <p:sldLayoutId id="2147486291" r:id="rId24"/>
    <p:sldLayoutId id="2147486292" r:id="rId25"/>
    <p:sldLayoutId id="2147486293" r:id="rId26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4" name="Group 2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867809"/>
              </p:ext>
            </p:extLst>
          </p:nvPr>
        </p:nvGraphicFramePr>
        <p:xfrm>
          <a:off x="75619" y="2438400"/>
          <a:ext cx="4355123" cy="2773548"/>
        </p:xfrm>
        <a:graphic>
          <a:graphicData uri="http://schemas.openxmlformats.org/drawingml/2006/table">
            <a:tbl>
              <a:tblPr/>
              <a:tblGrid>
                <a:gridCol w="4355123"/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B. KEY ACCOMPLISHMENTS 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71365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Performed two Pilot deployments with South Africa – a total of 151 migrations completed through 3 July</a:t>
                      </a:r>
                    </a:p>
                    <a:p>
                      <a:pPr marL="542925" marR="0" lvl="1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Issue with activation on GCL4 machines (XP) that are leading to high call volume; assessing fix and determining impact on full velocity. 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FAX solution  testing for South Africa and Germany in progress and both are in User Acceptance Testing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Completed assessment of business requirements, operational architecture and system integrated testing and all ready for sign off.  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Recoding of Are You Prepared Shared Mailbox portal is 50% complete and target date to send out global communications is week of 15 July 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Kickoff meeting with United Kingdom/Ireland migration planning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235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C.  ACTIVITIES BEHIND SCHEDULE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67416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Germany full schedule deployment is being worked and first draft will be completed by 8 Jul.  See I310.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442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D.  KEY ACTIVITIES PLANNED NEXT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4379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Complete testing of fax solution for Germany and South Africa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Conduct weekly planning meetings with all engaged countries to move forward on the scheduling</a:t>
                      </a:r>
                    </a:p>
                    <a:p>
                      <a:pPr marL="542925" marR="0" lvl="1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Canada</a:t>
                      </a:r>
                    </a:p>
                    <a:p>
                      <a:pPr marL="542925" marR="0" lvl="1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United States</a:t>
                      </a:r>
                    </a:p>
                    <a:p>
                      <a:pPr marL="542925" marR="0" lvl="1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Argentina</a:t>
                      </a:r>
                    </a:p>
                    <a:p>
                      <a:pPr marL="542925" marR="0" lvl="1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United Kingdom/Ireland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Pre-planning for Malaysia/Indonesia/Singapore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34100" name="Group 8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962367"/>
              </p:ext>
            </p:extLst>
          </p:nvPr>
        </p:nvGraphicFramePr>
        <p:xfrm>
          <a:off x="4585490" y="2887098"/>
          <a:ext cx="4495800" cy="1435865"/>
        </p:xfrm>
        <a:graphic>
          <a:graphicData uri="http://schemas.openxmlformats.org/drawingml/2006/table">
            <a:tbl>
              <a:tblPr/>
              <a:tblGrid>
                <a:gridCol w="1665838"/>
                <a:gridCol w="1305962"/>
                <a:gridCol w="685800"/>
                <a:gridCol w="838200"/>
              </a:tblGrid>
              <a:tr h="235515">
                <a:tc gridSpan="2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G. MATTERS FOR IMMEDIATE ATTENTION – typically specific current issues or scope changes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40274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Issues to be resolved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Recommended Action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Owner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482730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I310 – Microland management  of Germany servers per contract</a:t>
                      </a: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Contract modification in process, Germany has provided feedback that is being assessed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05-Jul-13</a:t>
                      </a:r>
                    </a:p>
                  </a:txBody>
                  <a:tcPr marL="34208" marR="34208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Nick Coburn</a:t>
                      </a: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6360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Scope Change requests to be approved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Recommended Action</a:t>
                      </a:r>
                    </a:p>
                  </a:txBody>
                  <a:tcPr marL="31577" marR="31577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40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CR to be raised to formally baseline the Plan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CR’s are being drafted to change dates for South Africa and Germany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317" name="Group 2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929572"/>
              </p:ext>
            </p:extLst>
          </p:nvPr>
        </p:nvGraphicFramePr>
        <p:xfrm>
          <a:off x="76200" y="603816"/>
          <a:ext cx="4360985" cy="1702632"/>
        </p:xfrm>
        <a:graphic>
          <a:graphicData uri="http://schemas.openxmlformats.org/drawingml/2006/table">
            <a:tbl>
              <a:tblPr/>
              <a:tblGrid>
                <a:gridCol w="4360985"/>
              </a:tblGrid>
              <a:tr h="115032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A.  </a:t>
                      </a:r>
                      <a:r>
                        <a:rPr kumimoji="0" lang="en-GB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EXECUTIVE SUMMARY – a summary of the progress for this period (not of the initiative)</a:t>
                      </a: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3231" marR="33231" marT="14400" marB="14400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567152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OVERALL:  </a:t>
                      </a:r>
                    </a:p>
                    <a:p>
                      <a:pPr marL="542925" marR="0" lvl="1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Full Velocity – based on adjusting scheduled due to recent delays</a:t>
                      </a:r>
                    </a:p>
                    <a:p>
                      <a:pPr marL="1000125" marR="0" lvl="2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Germany – Red</a:t>
                      </a:r>
                    </a:p>
                    <a:p>
                      <a:pPr marL="1000125" marR="0" lvl="2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South Africa – Red (based on requirement to submit CR to formally change program dates); this will be submitted since CAB has approved for Pilot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1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  <a:p>
                      <a:pPr marL="542925" marR="0" lvl="1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GB" sz="700" i="0" kern="1200" baseline="0" dirty="0" smtClean="0">
                          <a:solidFill>
                            <a:schemeClr val="tx1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Germany continues to be red due based on:</a:t>
                      </a:r>
                    </a:p>
                    <a:p>
                      <a:pPr marL="1000125" marR="0" lvl="2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Resolving </a:t>
                      </a:r>
                      <a:r>
                        <a:rPr kumimoji="0" lang="en-GB" sz="7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Microland</a:t>
                      </a: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support issue.  Progress made but not signed. </a:t>
                      </a:r>
                    </a:p>
                    <a:p>
                      <a:pPr marL="1000125" marR="0" lvl="2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Archiving solution has not been resolved.  Meeting held on 3 July and open questions to Germany to respond. Expect feedback on 5 July. </a:t>
                      </a:r>
                      <a:endParaRPr kumimoji="0" lang="en-GB" sz="7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3231" marR="33231" marT="14400" marB="14400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42" name="Group 2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874056"/>
              </p:ext>
            </p:extLst>
          </p:nvPr>
        </p:nvGraphicFramePr>
        <p:xfrm>
          <a:off x="4588793" y="584775"/>
          <a:ext cx="4479007" cy="1379059"/>
        </p:xfrm>
        <a:graphic>
          <a:graphicData uri="http://schemas.openxmlformats.org/drawingml/2006/table">
            <a:tbl>
              <a:tblPr/>
              <a:tblGrid>
                <a:gridCol w="1523999"/>
                <a:gridCol w="685800"/>
                <a:gridCol w="609600"/>
                <a:gridCol w="588985"/>
                <a:gridCol w="541297"/>
                <a:gridCol w="529326"/>
              </a:tblGrid>
              <a:tr h="164934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E.  MILESTONES</a:t>
                      </a: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72055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Individual Milestone Name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Planned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Projected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Conf.</a:t>
                      </a: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Rating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Last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298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Pilot end South Africa (CLOUD)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05-Jul-13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02-Aug-13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12584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Velocity start South Africa (CLOUD)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29-Apr-13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15-Jul-13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144937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Velocity complete South Africa (CLOUD)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02-Aug-13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02-Aug-13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144937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Pilot go-live Germany (ON PREM)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27-May-13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18-Jul-13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144937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Pilot end Germany (ON PREM)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20-Jun-13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26-Jul-13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GB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</a:t>
                      </a:r>
                      <a:endParaRPr kumimoji="0" lang="en-US" sz="6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127571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Velocity start Germany (ON PREM)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29-APR-13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05-Aug-13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13503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Velocity complete Germany (ON PREM)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05-AUG-13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12-Sep-13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Group 2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744505"/>
              </p:ext>
            </p:extLst>
          </p:nvPr>
        </p:nvGraphicFramePr>
        <p:xfrm>
          <a:off x="7570453" y="17252"/>
          <a:ext cx="1503209" cy="535063"/>
        </p:xfrm>
        <a:graphic>
          <a:graphicData uri="http://schemas.openxmlformats.org/drawingml/2006/table">
            <a:tbl>
              <a:tblPr/>
              <a:tblGrid>
                <a:gridCol w="751604"/>
                <a:gridCol w="751605"/>
              </a:tblGrid>
              <a:tr h="152406">
                <a:tc gridSpan="2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 INITIATIVE STATUS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88844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Last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93813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946249"/>
              </p:ext>
            </p:extLst>
          </p:nvPr>
        </p:nvGraphicFramePr>
        <p:xfrm>
          <a:off x="4580958" y="2057400"/>
          <a:ext cx="4495800" cy="726245"/>
        </p:xfrm>
        <a:graphic>
          <a:graphicData uri="http://schemas.openxmlformats.org/drawingml/2006/table">
            <a:tbl>
              <a:tblPr/>
              <a:tblGrid>
                <a:gridCol w="1582616"/>
                <a:gridCol w="1447800"/>
                <a:gridCol w="685800"/>
                <a:gridCol w="779584"/>
              </a:tblGrid>
              <a:tr h="138113">
                <a:tc gridSpan="2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F.  KEY RISKS – typically future challenges or external circumstances that may affect the initiative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38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Risks to be addressed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Mitigating Action</a:t>
                      </a: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Owner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78361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R214- Additional BT licenses will be required to  migrate all required mailboxes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Will need to submit CR but not urgent as there are plenty of licenses in the short term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15-Jul-13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Dez Nagy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543975"/>
              </p:ext>
            </p:extLst>
          </p:nvPr>
        </p:nvGraphicFramePr>
        <p:xfrm>
          <a:off x="4572000" y="5105400"/>
          <a:ext cx="4495800" cy="689125"/>
        </p:xfrm>
        <a:graphic>
          <a:graphicData uri="http://schemas.openxmlformats.org/drawingml/2006/table">
            <a:tbl>
              <a:tblPr/>
              <a:tblGrid>
                <a:gridCol w="4495800"/>
              </a:tblGrid>
              <a:tr h="224371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H.  GENERAL COMMENTS – must include reasoning for an overall Red or Amber Status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26187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 – </a:t>
                      </a: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Now that CAB has approved Pilot phase CR will be submitted to support new dates.  Have agreement with Germany on new dates and with the CAB approval, will submit CR. 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integrated schedule continues to be a challenge as GCL5 slips and </a:t>
                      </a:r>
                      <a:r>
                        <a:rPr kumimoji="0" lang="en-GB" sz="7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GAMx</a:t>
                      </a: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rollout.  There are also network implementation issues globally and waiting on schedule impact.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Group 270"/>
          <p:cNvGraphicFramePr>
            <a:graphicFrameLocks noGrp="1"/>
          </p:cNvGraphicFramePr>
          <p:nvPr/>
        </p:nvGraphicFramePr>
        <p:xfrm>
          <a:off x="1187624" y="6585504"/>
          <a:ext cx="351692" cy="88326"/>
        </p:xfrm>
        <a:graphic>
          <a:graphicData uri="http://schemas.openxmlformats.org/drawingml/2006/table">
            <a:tbl>
              <a:tblPr/>
              <a:tblGrid>
                <a:gridCol w="351692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Group 270"/>
          <p:cNvGraphicFramePr>
            <a:graphicFrameLocks noGrp="1"/>
          </p:cNvGraphicFramePr>
          <p:nvPr/>
        </p:nvGraphicFramePr>
        <p:xfrm>
          <a:off x="4019816" y="6585320"/>
          <a:ext cx="483613" cy="88326"/>
        </p:xfrm>
        <a:graphic>
          <a:graphicData uri="http://schemas.openxmlformats.org/drawingml/2006/table">
            <a:tbl>
              <a:tblPr/>
              <a:tblGrid>
                <a:gridCol w="483613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Group 270"/>
          <p:cNvGraphicFramePr>
            <a:graphicFrameLocks noGrp="1"/>
          </p:cNvGraphicFramePr>
          <p:nvPr/>
        </p:nvGraphicFramePr>
        <p:xfrm>
          <a:off x="6516216" y="6573472"/>
          <a:ext cx="351692" cy="88326"/>
        </p:xfrm>
        <a:graphic>
          <a:graphicData uri="http://schemas.openxmlformats.org/drawingml/2006/table">
            <a:tbl>
              <a:tblPr/>
              <a:tblGrid>
                <a:gridCol w="351692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Group 270"/>
          <p:cNvGraphicFramePr>
            <a:graphicFrameLocks noGrp="1"/>
          </p:cNvGraphicFramePr>
          <p:nvPr/>
        </p:nvGraphicFramePr>
        <p:xfrm>
          <a:off x="70340" y="6581034"/>
          <a:ext cx="613229" cy="88326"/>
        </p:xfrm>
        <a:graphic>
          <a:graphicData uri="http://schemas.openxmlformats.org/drawingml/2006/table">
            <a:tbl>
              <a:tblPr/>
              <a:tblGrid>
                <a:gridCol w="613229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COMPLETE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2" name="Group 27"/>
          <p:cNvGrpSpPr/>
          <p:nvPr/>
        </p:nvGrpSpPr>
        <p:grpSpPr>
          <a:xfrm>
            <a:off x="-76200" y="6357120"/>
            <a:ext cx="8964489" cy="540206"/>
            <a:chOff x="0" y="6505545"/>
            <a:chExt cx="9711531" cy="540206"/>
          </a:xfrm>
        </p:grpSpPr>
        <p:sp>
          <p:nvSpPr>
            <p:cNvPr id="21" name="TextBox 20"/>
            <p:cNvSpPr txBox="1"/>
            <p:nvPr/>
          </p:nvSpPr>
          <p:spPr bwMode="gray">
            <a:xfrm>
              <a:off x="1639689" y="6576570"/>
              <a:ext cx="2611234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not on track and has significant challenges and/or issues that materially impact the overall successful achievement of the expected outcomes. 	</a:t>
              </a:r>
            </a:p>
          </p:txBody>
        </p:sp>
        <p:sp>
          <p:nvSpPr>
            <p:cNvPr id="23" name="TextBox 22"/>
            <p:cNvSpPr txBox="1"/>
            <p:nvPr/>
          </p:nvSpPr>
          <p:spPr bwMode="gray">
            <a:xfrm>
              <a:off x="674554" y="6657945"/>
              <a:ext cx="663724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b="1" dirty="0">
                  <a:solidFill>
                    <a:srgbClr val="646464"/>
                  </a:solidFill>
                  <a:latin typeface="EYInterstate Light" pitchFamily="2" charset="0"/>
                </a:rPr>
                <a:t>Fully achieved</a:t>
              </a:r>
              <a:endParaRPr lang="en-GB" sz="500" b="1" kern="0" dirty="0">
                <a:solidFill>
                  <a:srgbClr val="646464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 bwMode="gray">
            <a:xfrm>
              <a:off x="0" y="6505545"/>
              <a:ext cx="4881893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dirty="0">
                  <a:solidFill>
                    <a:srgbClr val="646464"/>
                  </a:solidFill>
                  <a:latin typeface="EYInterstate Light" pitchFamily="2" charset="0"/>
                </a:rPr>
                <a:t>The overall initiative status is governed by the RAG Status Guidance, summarized below. This guidance also applies to the individual Milestones Stats. </a:t>
              </a:r>
              <a:endParaRPr lang="en-GB" sz="500" kern="0" dirty="0">
                <a:solidFill>
                  <a:srgbClr val="646464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 bwMode="gray">
            <a:xfrm>
              <a:off x="7423210" y="6564722"/>
              <a:ext cx="2288321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and has no significant challenges and/or issues that may materially impact the overall successful achievement of the expected outcomes, now or in the future. 	</a:t>
              </a:r>
            </a:p>
          </p:txBody>
        </p:sp>
        <p:sp>
          <p:nvSpPr>
            <p:cNvPr id="27" name="TextBox 26"/>
            <p:cNvSpPr txBox="1"/>
            <p:nvPr/>
          </p:nvSpPr>
          <p:spPr bwMode="gray">
            <a:xfrm>
              <a:off x="4849123" y="6568697"/>
              <a:ext cx="1976087" cy="4770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but has some significant challenges and/or issues that may materially impact the overall successful achievement of the expected outcomes. 	</a:t>
              </a:r>
            </a:p>
          </p:txBody>
        </p:sp>
      </p:grpSp>
      <p:sp>
        <p:nvSpPr>
          <p:cNvPr id="30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2" y="0"/>
            <a:ext cx="7729904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55675" eaLnBrk="0" hangingPunct="0">
              <a:spcAft>
                <a:spcPts val="0"/>
              </a:spcAft>
              <a:defRPr/>
            </a:pPr>
            <a:r>
              <a:rPr lang="en-US" sz="1600" b="1" kern="0" dirty="0">
                <a:solidFill>
                  <a:srgbClr val="646464"/>
                </a:solidFill>
              </a:rPr>
              <a:t>R19913 – M&amp;C Outlook Exchange – June 2013</a:t>
            </a:r>
          </a:p>
          <a:p>
            <a:pPr defTabSz="955675" eaLnBrk="0" hangingPunct="0">
              <a:spcAft>
                <a:spcPts val="0"/>
              </a:spcAft>
              <a:defRPr/>
            </a:pPr>
            <a:r>
              <a:rPr lang="en-US" sz="1400" kern="0" dirty="0">
                <a:solidFill>
                  <a:srgbClr val="646464"/>
                </a:solidFill>
              </a:rPr>
              <a:t>David Bingham/Mike Caudill</a:t>
            </a:r>
          </a:p>
        </p:txBody>
      </p:sp>
    </p:spTree>
    <p:extLst>
      <p:ext uri="{BB962C8B-B14F-4D97-AF65-F5344CB8AC3E}">
        <p14:creationId xmlns:p14="http://schemas.microsoft.com/office/powerpoint/2010/main" val="290609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2" y="0"/>
            <a:ext cx="7729904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55675" eaLnBrk="0" hangingPunct="0">
              <a:spcAft>
                <a:spcPts val="0"/>
              </a:spcAft>
              <a:defRPr/>
            </a:pPr>
            <a:r>
              <a:rPr lang="en-US" sz="1600" b="1" kern="0" dirty="0">
                <a:solidFill>
                  <a:srgbClr val="646464"/>
                </a:solidFill>
              </a:rPr>
              <a:t>R19913 – M&amp;C Outlook Exchange – June 2013</a:t>
            </a:r>
          </a:p>
          <a:p>
            <a:pPr defTabSz="955675" eaLnBrk="0" hangingPunct="0">
              <a:spcAft>
                <a:spcPts val="0"/>
              </a:spcAft>
              <a:defRPr/>
            </a:pPr>
            <a:r>
              <a:rPr lang="en-US" sz="1400" kern="0" dirty="0">
                <a:solidFill>
                  <a:srgbClr val="646464"/>
                </a:solidFill>
              </a:rPr>
              <a:t>David Bingham/Mike Caudill</a:t>
            </a:r>
          </a:p>
        </p:txBody>
      </p:sp>
      <p:graphicFrame>
        <p:nvGraphicFramePr>
          <p:cNvPr id="24" name="Group 2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080597"/>
              </p:ext>
            </p:extLst>
          </p:nvPr>
        </p:nvGraphicFramePr>
        <p:xfrm>
          <a:off x="152400" y="3440832"/>
          <a:ext cx="4752528" cy="1054968"/>
        </p:xfrm>
        <a:graphic>
          <a:graphicData uri="http://schemas.openxmlformats.org/drawingml/2006/table">
            <a:tbl>
              <a:tblPr/>
              <a:tblGrid>
                <a:gridCol w="633670"/>
                <a:gridCol w="4118858"/>
              </a:tblGrid>
              <a:tr h="152406">
                <a:tc gridSpan="2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Budget RAG Status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92962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Variance is =</a:t>
                      </a:r>
                      <a:r>
                        <a:rPr lang="en-US" sz="700" u="sng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+</a:t>
                      </a:r>
                      <a:r>
                        <a:rPr lang="en-US" sz="700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 10% or $100,000 of current budget (baseline + approved change requests) and/or pending spend - or -  no project budget is defined/approved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Variance is =</a:t>
                      </a:r>
                      <a:r>
                        <a:rPr lang="en-US" sz="700" b="0" i="0" u="sng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+</a:t>
                      </a: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 6% - 9% of current budget (baseline + approved change requests) and/or pending spend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Variance is = </a:t>
                      </a:r>
                      <a:r>
                        <a:rPr lang="en-US" sz="700" b="0" i="0" u="sng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+</a:t>
                      </a: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 5% of current budget (baseline + approved change requests) and/or pending spend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446129"/>
              </p:ext>
            </p:extLst>
          </p:nvPr>
        </p:nvGraphicFramePr>
        <p:xfrm>
          <a:off x="5562600" y="3429000"/>
          <a:ext cx="1828800" cy="1028702"/>
        </p:xfrm>
        <a:graphic>
          <a:graphicData uri="http://schemas.openxmlformats.org/drawingml/2006/table">
            <a:tbl>
              <a:tblPr/>
              <a:tblGrid>
                <a:gridCol w="1828800"/>
              </a:tblGrid>
              <a:tr h="1322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VARIANCE FACTORS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9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NEG: Unplanned capital expenses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2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NEG: Unplanned resource expenses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75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NEG: Unplanned project (misc) expenses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SIG POS: Unused planned capital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SIG POS: Unused planned resources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SIG POS: Project not progressing as planned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OTHER (Please explain in section below)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 bwMode="gray">
          <a:xfrm>
            <a:off x="7924800" y="76200"/>
            <a:ext cx="990600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l" defTabSz="9556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Page</a:t>
            </a:r>
            <a:r>
              <a:rPr kumimoji="0" lang="en-US" sz="1600" b="1" i="0" u="none" strike="noStrike" kern="0" cap="none" spc="0" normalizeH="0" noProof="0" dirty="0" smtClean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2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2" name="Group 2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994818"/>
              </p:ext>
            </p:extLst>
          </p:nvPr>
        </p:nvGraphicFramePr>
        <p:xfrm>
          <a:off x="152400" y="4776348"/>
          <a:ext cx="8762999" cy="1447800"/>
        </p:xfrm>
        <a:graphic>
          <a:graphicData uri="http://schemas.openxmlformats.org/drawingml/2006/table">
            <a:tbl>
              <a:tblPr/>
              <a:tblGrid>
                <a:gridCol w="677894"/>
                <a:gridCol w="1335714"/>
                <a:gridCol w="1720192"/>
                <a:gridCol w="533400"/>
                <a:gridCol w="533400"/>
                <a:gridCol w="381000"/>
                <a:gridCol w="3581399"/>
              </a:tblGrid>
              <a:tr h="304800">
                <a:tc gridSpan="5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J.  Key Inbound Dependency View</a:t>
                      </a:r>
                      <a:endParaRPr kumimoji="0" 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9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Criticality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Supplying Program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Dependency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Delivery Date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Required by Date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RAG Status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Current State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278696"/>
              </p:ext>
            </p:extLst>
          </p:nvPr>
        </p:nvGraphicFramePr>
        <p:xfrm>
          <a:off x="152400" y="685800"/>
          <a:ext cx="8928099" cy="2476985"/>
        </p:xfrm>
        <a:graphic>
          <a:graphicData uri="http://schemas.openxmlformats.org/drawingml/2006/table">
            <a:tbl>
              <a:tblPr/>
              <a:tblGrid>
                <a:gridCol w="589409"/>
                <a:gridCol w="618397"/>
                <a:gridCol w="676371"/>
                <a:gridCol w="657046"/>
                <a:gridCol w="869620"/>
                <a:gridCol w="811645"/>
                <a:gridCol w="879283"/>
                <a:gridCol w="917932"/>
                <a:gridCol w="937257"/>
                <a:gridCol w="975907"/>
                <a:gridCol w="995232"/>
              </a:tblGrid>
              <a:tr h="76559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I. BUD - ($)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STATUS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76559"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PLANNED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ACTUAL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AMBER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229365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Current Bud</a:t>
                      </a:r>
                      <a:b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(Baseline +</a:t>
                      </a:r>
                      <a:b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Approved CRs)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Spend to Date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Estimate to Completion (ETC)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Capital Spend ETC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Revenue Spend ETC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Estimate at Completion (EAC)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Variance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52910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Fiscal year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Business Case Bud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Project Charter Bud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PMP Bud (baseline)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(2+3)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(1) - (2+3)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6559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FY11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196,610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196,610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196,610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59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FY12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8,526,958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8,167,868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8,167,868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359,090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59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FY13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11,680,707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12,708,896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1,421,364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14,130,259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-2,449,553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59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FY14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10,084,648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10,084,648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10,084,648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59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FY15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59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TOTALS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30,488,922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21,073,373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11,506,012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32,579,385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-2,090,463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697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Brief explanation for RED or AMBER variance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Variance Factor:</a:t>
                      </a:r>
                    </a:p>
                  </a:txBody>
                  <a:tcPr marL="5797" marR="5797" marT="57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OTHER (please explain in section below)</a:t>
                      </a:r>
                    </a:p>
                  </a:txBody>
                  <a:tcPr marL="5797" marR="5797" marT="57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686358">
                <a:tc gridSpan="11">
                  <a:txBody>
                    <a:bodyPr/>
                    <a:lstStyle/>
                    <a:p>
                      <a:pPr algn="l" fontAlgn="t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ATD may be greater than reported through the Portfolio Report Actuals for vendor spend due to the effect of pending Invoices that may not have yet been Accrued.</a:t>
                      </a:r>
                    </a:p>
                  </a:txBody>
                  <a:tcPr marL="5797" marR="5797" marT="57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42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Y_Handout">
  <a:themeElements>
    <a:clrScheme name="EY_Handout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xt slide no bullets">
  <a:themeElements>
    <a:clrScheme name="Text slide no bullets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Text slide no bulle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xt slide no bullets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Mixed text slide">
  <a:themeElements>
    <a:clrScheme name="Mixed text slide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Mixed text sl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ixed text slide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Key statement slide">
  <a:themeElements>
    <a:clrScheme name="Key statement slide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Key statement slide">
      <a:majorFont>
        <a:latin typeface="Arial"/>
        <a:ea typeface=""/>
        <a:cs typeface="Arial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Key statement slide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Line 1 divider">
  <a:themeElements>
    <a:clrScheme name="Line 1 divider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Line 1 divid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ine 1 divider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Line 2 divider">
  <a:themeElements>
    <a:clrScheme name="Line 2 divider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Line 2 divid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ine 2 divider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Line 3 divider">
  <a:themeElements>
    <a:clrScheme name="Line 3 divider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Line 3 divid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ine 3 divider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Grey fill divider">
  <a:themeElements>
    <a:clrScheme name="Grey fill divider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Grey fill divid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Grey fill divider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Yellow fill divider">
  <a:themeElements>
    <a:clrScheme name="Yellow fill divider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Yellow fill divid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Yellow fill divider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6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667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667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_EY_Handout">
  <a:themeElements>
    <a:clrScheme name="EY_Handout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2_EY_Handout">
  <a:themeElements>
    <a:clrScheme name="EY_Handout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3_EY_Handout">
  <a:themeElements>
    <a:clrScheme name="EY_Handout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4_EY_Handout">
  <a:themeElements>
    <a:clrScheme name="EY_Handout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5_EY_Handout">
  <a:themeElements>
    <a:clrScheme name="EY_Handout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27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28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29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30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31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7_EY_Handout">
  <a:themeElements>
    <a:clrScheme name="EY_Handout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32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33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6_EY_Handout">
  <a:themeElements>
    <a:clrScheme name="EY_Handout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5.xml><?xml version="1.0" encoding="utf-8"?>
<a:theme xmlns:a="http://schemas.openxmlformats.org/drawingml/2006/main" name="8_EY_Handout">
  <a:themeElements>
    <a:clrScheme name="EY_Handout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34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35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9_EY_Handout">
  <a:themeElements>
    <a:clrScheme name="EY_Handout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9.xml><?xml version="1.0" encoding="utf-8"?>
<a:theme xmlns:a="http://schemas.openxmlformats.org/drawingml/2006/main" name="36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0.xml><?xml version="1.0" encoding="utf-8"?>
<a:theme xmlns:a="http://schemas.openxmlformats.org/drawingml/2006/main" name="37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1.xml><?xml version="1.0" encoding="utf-8"?>
<a:theme xmlns:a="http://schemas.openxmlformats.org/drawingml/2006/main" name="38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2.xml><?xml version="1.0" encoding="utf-8"?>
<a:theme xmlns:a="http://schemas.openxmlformats.org/drawingml/2006/main" name="39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3.xml><?xml version="1.0" encoding="utf-8"?>
<a:theme xmlns:a="http://schemas.openxmlformats.org/drawingml/2006/main" name="40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4.xml><?xml version="1.0" encoding="utf-8"?>
<a:theme xmlns:a="http://schemas.openxmlformats.org/drawingml/2006/main" name="41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5.xml><?xml version="1.0" encoding="utf-8"?>
<a:theme xmlns:a="http://schemas.openxmlformats.org/drawingml/2006/main" name="42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6.xml><?xml version="1.0" encoding="utf-8"?>
<a:theme xmlns:a="http://schemas.openxmlformats.org/drawingml/2006/main" name="43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7.xml><?xml version="1.0" encoding="utf-8"?>
<a:theme xmlns:a="http://schemas.openxmlformats.org/drawingml/2006/main" name="44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8.xml><?xml version="1.0" encoding="utf-8"?>
<a:theme xmlns:a="http://schemas.openxmlformats.org/drawingml/2006/main" name="10_EY_Handout">
  <a:themeElements>
    <a:clrScheme name="EY_Handout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9.xml><?xml version="1.0" encoding="utf-8"?>
<a:theme xmlns:a="http://schemas.openxmlformats.org/drawingml/2006/main" name="11_EY_Handout">
  <a:themeElements>
    <a:clrScheme name="EY_Handout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0.xml><?xml version="1.0" encoding="utf-8"?>
<a:theme xmlns:a="http://schemas.openxmlformats.org/drawingml/2006/main" name="45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0cbe1240-e4fe-486d-8edc-2712abb96eb4">MSIBM-75-4610</_dlc_DocId>
    <_dlc_DocIdUrl xmlns="0cbe1240-e4fe-486d-8edc-2712abb96eb4">
      <Url>http://sp.ey.net/msibm/_layouts/DocIdRedir.aspx?ID=MSIBM-75-4610</Url>
      <Description>MSIBM-75-4610</Description>
    </_dlc_DocIdUrl>
    <IconOverlay xmlns="http://schemas.microsoft.com/sharepoint/v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BD4D6DD9E8E844ABCF76CA171F0261" ma:contentTypeVersion="1" ma:contentTypeDescription="Create a new document." ma:contentTypeScope="" ma:versionID="77ad254942208db058e965127797ab8e">
  <xsd:schema xmlns:xsd="http://www.w3.org/2001/XMLSchema" xmlns:xs="http://www.w3.org/2001/XMLSchema" xmlns:p="http://schemas.microsoft.com/office/2006/metadata/properties" xmlns:ns2="0cbe1240-e4fe-486d-8edc-2712abb96eb4" xmlns:ns3="http://schemas.microsoft.com/sharepoint/v4" targetNamespace="http://schemas.microsoft.com/office/2006/metadata/properties" ma:root="true" ma:fieldsID="11e48089c2e39b090a5f6bcc0cdab83b" ns2:_="" ns3:_="">
    <xsd:import namespace="0cbe1240-e4fe-486d-8edc-2712abb96eb4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e1240-e4fe-486d-8edc-2712abb96eb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1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A236351-0FF6-43D9-91E6-E8BDAF1A7C8A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E0639DFA-FDE4-481E-847B-F17EA3BCED83}">
  <ds:schemaRefs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0cbe1240-e4fe-486d-8edc-2712abb96eb4"/>
    <ds:schemaRef ds:uri="http://schemas.microsoft.com/office/infopath/2007/PartnerControls"/>
    <ds:schemaRef ds:uri="http://schemas.microsoft.com/sharepoint/v4"/>
  </ds:schemaRefs>
</ds:datastoreItem>
</file>

<file path=customXml/itemProps3.xml><?xml version="1.0" encoding="utf-8"?>
<ds:datastoreItem xmlns:ds="http://schemas.openxmlformats.org/officeDocument/2006/customXml" ds:itemID="{E8F4916F-59A7-4F2B-A835-CBB9A0678D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be1240-e4fe-486d-8edc-2712abb96eb4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3715141B-F37C-4747-BA13-5BD8819B78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EY_Handout</Template>
  <TotalTime>58291</TotalTime>
  <Words>1033</Words>
  <Application>Microsoft Office PowerPoint</Application>
  <PresentationFormat>On-screen Show (4:3)</PresentationFormat>
  <Paragraphs>262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40</vt:i4>
      </vt:variant>
      <vt:variant>
        <vt:lpstr>Slide Titles</vt:lpstr>
      </vt:variant>
      <vt:variant>
        <vt:i4>2</vt:i4>
      </vt:variant>
    </vt:vector>
  </HeadingPairs>
  <TitlesOfParts>
    <vt:vector size="42" baseType="lpstr">
      <vt:lpstr>EY_Handout</vt:lpstr>
      <vt:lpstr>Text slide no bullets</vt:lpstr>
      <vt:lpstr>Mixed text slide</vt:lpstr>
      <vt:lpstr>Key statement slide</vt:lpstr>
      <vt:lpstr>Line 1 divider</vt:lpstr>
      <vt:lpstr>Line 2 divider</vt:lpstr>
      <vt:lpstr>Line 3 divider</vt:lpstr>
      <vt:lpstr>Grey fill divider</vt:lpstr>
      <vt:lpstr>Yellow fill divider</vt:lpstr>
      <vt:lpstr>6_EYCspecial</vt:lpstr>
      <vt:lpstr>1_EY_Handout</vt:lpstr>
      <vt:lpstr>2_EY_Handout</vt:lpstr>
      <vt:lpstr>3_EY_Handout</vt:lpstr>
      <vt:lpstr>4_EY_Handout</vt:lpstr>
      <vt:lpstr>5_EY_Handout</vt:lpstr>
      <vt:lpstr>27_EYCspecial</vt:lpstr>
      <vt:lpstr>28_EYCspecial</vt:lpstr>
      <vt:lpstr>29_EYCspecial</vt:lpstr>
      <vt:lpstr>30_EYCspecial</vt:lpstr>
      <vt:lpstr>31_EYCspecial</vt:lpstr>
      <vt:lpstr>7_EY_Handout</vt:lpstr>
      <vt:lpstr>32_EYCspecial</vt:lpstr>
      <vt:lpstr>33_EYCspecial</vt:lpstr>
      <vt:lpstr>6_EY_Handout</vt:lpstr>
      <vt:lpstr>8_EY_Handout</vt:lpstr>
      <vt:lpstr>34_EYCspecial</vt:lpstr>
      <vt:lpstr>35_EYCspecial</vt:lpstr>
      <vt:lpstr>9_EY_Handout</vt:lpstr>
      <vt:lpstr>36_EYCspecial</vt:lpstr>
      <vt:lpstr>37_EYCspecial</vt:lpstr>
      <vt:lpstr>38_EYCspecial</vt:lpstr>
      <vt:lpstr>39_EYCspecial</vt:lpstr>
      <vt:lpstr>40_EYCspecial</vt:lpstr>
      <vt:lpstr>41_EYCspecial</vt:lpstr>
      <vt:lpstr>42_EYCspecial</vt:lpstr>
      <vt:lpstr>43_EYCspecial</vt:lpstr>
      <vt:lpstr>44_EYCspecial</vt:lpstr>
      <vt:lpstr>10_EY_Handout</vt:lpstr>
      <vt:lpstr>11_EY_Handout</vt:lpstr>
      <vt:lpstr>45_EYCspecial</vt:lpstr>
      <vt:lpstr>PowerPoint Presentation</vt:lpstr>
      <vt:lpstr>PowerPoint Presentation</vt:lpstr>
    </vt:vector>
  </TitlesOfParts>
  <Company>Ernst &amp; Young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Messaging Outlook Exchange Monthy Status Report</dc:title>
  <dc:creator>Terry L Kastens</dc:creator>
  <cp:lastModifiedBy>Wale Agbaje</cp:lastModifiedBy>
  <cp:revision>4183</cp:revision>
  <dcterms:created xsi:type="dcterms:W3CDTF">2002-11-13T16:28:05Z</dcterms:created>
  <dcterms:modified xsi:type="dcterms:W3CDTF">2013-07-25T14:17:49Z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0x0101004BBD4D6DD9E8E844ABCF76CA171F0261</vt:lpwstr>
  </property>
  <property fmtid="{D5CDD505-2E9C-101B-9397-08002B2CF9AE}" pid="3" name="_dlc_DocIdItemGuid">
    <vt:lpwstr>11bd5ea0-f0d2-42ef-be4e-aac4b13ba409</vt:lpwstr>
  </property>
</Properties>
</file>