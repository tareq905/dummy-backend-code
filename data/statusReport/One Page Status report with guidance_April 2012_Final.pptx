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ustom.xml" ContentType="application/vnd.openxmlformats-officedocument.custom-properties+xml"/>
  <Default Extension="vml" ContentType="application/vnd.openxmlformats-officedocument.vmlDrawing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customXml/itemProps4.xml" ContentType="application/vnd.openxmlformats-officedocument.customXmlProperties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customXml/itemProps2.xml" ContentType="application/vnd.openxmlformats-officedocument.customXmlProperties+xml"/>
  <Default Extension="png" ContentType="image/png"/>
  <Override PartName="/ppt/tags/tag7.xml" ContentType="application/vnd.openxmlformats-officedocument.presentationml.tags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>
        <p:scale>
          <a:sx n="100" d="100"/>
          <a:sy n="100" d="100"/>
        </p:scale>
        <p:origin x="-1770" y="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Freeform 20"/>
          <p:cNvSpPr>
            <a:spLocks/>
          </p:cNvSpPr>
          <p:nvPr/>
        </p:nvSpPr>
        <p:spPr bwMode="auto">
          <a:xfrm>
            <a:off x="3079932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lIns="91415" tIns="45707" rIns="91415" bIns="45707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2290" y="4355791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3085" name="Picture 13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3" y="6032191"/>
            <a:ext cx="1908175" cy="428625"/>
          </a:xfrm>
          <a:prstGeom prst="rect">
            <a:avLst/>
          </a:prstGeom>
          <a:noFill/>
        </p:spPr>
      </p:pic>
      <p:sp>
        <p:nvSpPr>
          <p:cNvPr id="3091" name="AutoShape 19"/>
          <p:cNvSpPr>
            <a:spLocks noChangeArrowheads="1"/>
          </p:cNvSpPr>
          <p:nvPr/>
        </p:nvSpPr>
        <p:spPr bwMode="auto">
          <a:xfrm rot="5400000">
            <a:off x="-120649" y="1275614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818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2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75" indent="0">
              <a:buNone/>
              <a:defRPr sz="1800"/>
            </a:lvl2pPr>
            <a:lvl3pPr marL="914147" indent="0">
              <a:buNone/>
              <a:defRPr sz="1600"/>
            </a:lvl3pPr>
            <a:lvl4pPr marL="1371221" indent="0">
              <a:buNone/>
              <a:defRPr sz="1400"/>
            </a:lvl4pPr>
            <a:lvl5pPr marL="1828294" indent="0">
              <a:buNone/>
              <a:defRPr sz="1400"/>
            </a:lvl5pPr>
            <a:lvl6pPr marL="2285368" indent="0">
              <a:buNone/>
              <a:defRPr sz="1400"/>
            </a:lvl6pPr>
            <a:lvl7pPr marL="2742443" indent="0">
              <a:buNone/>
              <a:defRPr sz="1400"/>
            </a:lvl7pPr>
            <a:lvl8pPr marL="3199516" indent="0">
              <a:buNone/>
              <a:defRPr sz="1400"/>
            </a:lvl8pPr>
            <a:lvl9pPr marL="365659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3599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8" y="1412881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106895" y="6419850"/>
            <a:ext cx="830862" cy="177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00000"/>
                </a:solidFill>
                <a:cs typeface="Arial" charset="0"/>
              </a:rPr>
              <a:t>IT Services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457656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rgbClr val="000000"/>
                </a:solidFill>
                <a:cs typeface="Arial" charset="0"/>
              </a:rPr>
              <a:t>Page </a:t>
            </a:r>
            <a:fld id="{15A57401-0B7A-498C-A9C8-BA0B46D380D9}" type="slidenum">
              <a:rPr lang="en-US" sz="1100">
                <a:solidFill>
                  <a:srgbClr val="000000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455988" y="1042988"/>
            <a:ext cx="8229601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455988" y="6243638"/>
            <a:ext cx="8229601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455988" y="200025"/>
            <a:ext cx="8229601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lIns="91415" tIns="45707" rIns="91415" bIns="45707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646464"/>
              </a:solidFill>
            </a:endParaRPr>
          </a:p>
        </p:txBody>
      </p:sp>
      <p:pic>
        <p:nvPicPr>
          <p:cNvPr id="1037" name="Picture 13" descr="logo_tagblack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26484" y="6387794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07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14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221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294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263" indent="-360263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351" indent="-355502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0789" indent="-36185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052" indent="-358677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799727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6801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3876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0948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8022" indent="-35709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5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47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1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94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8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43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16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0" algn="l" defTabSz="9141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tags" Target="../tags/tag25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tags" Target="../tags/tag24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tags" Target="../tags/tag23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tags" Target="../tags/tag22.xml"/><Relationship Id="rId28" Type="http://schemas.openxmlformats.org/officeDocument/2006/relationships/tags" Target="../tags/tag27.xml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oleObject" Target="../embeddings/oleObject1.bin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tags" Target="../tags/tag21.xml"/><Relationship Id="rId27" Type="http://schemas.openxmlformats.org/officeDocument/2006/relationships/tags" Target="../tags/tag26.xml"/><Relationship Id="rId30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1752601" y="1244600"/>
            <a:ext cx="4724400" cy="492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1" name="Object 100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0242" name="think-cell Slide" r:id="rId31" imgW="476" imgH="476" progId="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Status report guidance</a:t>
            </a:r>
            <a:br>
              <a:rPr lang="en-US" dirty="0" smtClean="0"/>
            </a:br>
            <a:r>
              <a:rPr lang="en-US" sz="800" dirty="0" smtClean="0"/>
              <a:t/>
            </a:r>
            <a:br>
              <a:rPr lang="en-US" sz="800" dirty="0" smtClean="0"/>
            </a:br>
            <a:r>
              <a:rPr lang="en-US" sz="2000" dirty="0" smtClean="0"/>
              <a:t>April, 2012</a:t>
            </a:r>
            <a:endParaRPr lang="en-US" dirty="0"/>
          </a:p>
        </p:txBody>
      </p:sp>
      <p:sp>
        <p:nvSpPr>
          <p:cNvPr id="5" name="Oval 4"/>
          <p:cNvSpPr/>
          <p:nvPr>
            <p:custDataLst>
              <p:tags r:id="rId3"/>
            </p:custDataLst>
          </p:nvPr>
        </p:nvSpPr>
        <p:spPr bwMode="auto">
          <a:xfrm>
            <a:off x="2819400" y="20742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Oval 5"/>
          <p:cNvSpPr/>
          <p:nvPr>
            <p:custDataLst>
              <p:tags r:id="rId4"/>
            </p:custDataLst>
          </p:nvPr>
        </p:nvSpPr>
        <p:spPr bwMode="auto">
          <a:xfrm>
            <a:off x="2819400" y="31410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7" name="Oval 6"/>
          <p:cNvSpPr/>
          <p:nvPr>
            <p:custDataLst>
              <p:tags r:id="rId5"/>
            </p:custDataLst>
          </p:nvPr>
        </p:nvSpPr>
        <p:spPr bwMode="auto">
          <a:xfrm>
            <a:off x="2819400" y="41148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" name="Oval 7"/>
          <p:cNvSpPr/>
          <p:nvPr>
            <p:custDataLst>
              <p:tags r:id="rId6"/>
            </p:custDataLst>
          </p:nvPr>
        </p:nvSpPr>
        <p:spPr bwMode="auto">
          <a:xfrm>
            <a:off x="2819400" y="51222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 bwMode="auto">
          <a:xfrm>
            <a:off x="5943600" y="10074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1" name="Oval 10"/>
          <p:cNvSpPr/>
          <p:nvPr>
            <p:custDataLst>
              <p:tags r:id="rId8"/>
            </p:custDataLst>
          </p:nvPr>
        </p:nvSpPr>
        <p:spPr bwMode="auto">
          <a:xfrm>
            <a:off x="5181600" y="23028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2" name="Oval 11"/>
          <p:cNvSpPr/>
          <p:nvPr>
            <p:custDataLst>
              <p:tags r:id="rId9"/>
            </p:custDataLst>
          </p:nvPr>
        </p:nvSpPr>
        <p:spPr bwMode="auto">
          <a:xfrm>
            <a:off x="5181600" y="31410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" name="Oval 12"/>
          <p:cNvSpPr/>
          <p:nvPr>
            <p:custDataLst>
              <p:tags r:id="rId10"/>
            </p:custDataLst>
          </p:nvPr>
        </p:nvSpPr>
        <p:spPr bwMode="auto">
          <a:xfrm>
            <a:off x="5181600" y="40554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4" name="Oval 13"/>
          <p:cNvSpPr/>
          <p:nvPr>
            <p:custDataLst>
              <p:tags r:id="rId11"/>
            </p:custDataLst>
          </p:nvPr>
        </p:nvSpPr>
        <p:spPr bwMode="auto">
          <a:xfrm>
            <a:off x="5181600" y="47412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5" name="Oval 14"/>
          <p:cNvSpPr/>
          <p:nvPr>
            <p:custDataLst>
              <p:tags r:id="rId12"/>
            </p:custDataLst>
          </p:nvPr>
        </p:nvSpPr>
        <p:spPr bwMode="auto">
          <a:xfrm>
            <a:off x="5181600" y="5410200"/>
            <a:ext cx="265846" cy="288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 bwMode="auto">
          <a:xfrm>
            <a:off x="94710" y="1828800"/>
            <a:ext cx="1580997" cy="762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Summary of progress made since last reporting period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This should not refer to the description or objectives of the initiative.</a:t>
            </a:r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 bwMode="auto">
          <a:xfrm>
            <a:off x="76200" y="2743200"/>
            <a:ext cx="1600200" cy="1066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Briefly state key accomplishments.  For example, what key risks/issues have been resolved?   </a:t>
            </a:r>
            <a:r>
              <a:rPr lang="en-GB" sz="700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What c</a:t>
            </a:r>
            <a:r>
              <a:rPr lang="en-US" sz="700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critical elements have gone from Red to Amber or Green?</a:t>
            </a:r>
            <a:r>
              <a:rPr lang="en-GB" sz="700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 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This should not be an exhaustive list of tasks performed during the reporting </a:t>
            </a:r>
            <a:r>
              <a:rPr lang="en-GB" sz="700" i="1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period.</a:t>
            </a: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0" name="Rectangle 19"/>
          <p:cNvSpPr/>
          <p:nvPr>
            <p:custDataLst>
              <p:tags r:id="rId15"/>
            </p:custDataLst>
          </p:nvPr>
        </p:nvSpPr>
        <p:spPr bwMode="auto">
          <a:xfrm>
            <a:off x="76200" y="3962400"/>
            <a:ext cx="1600200" cy="8382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List key / critical activities behind schedule, the impact, and what is currently being done to bring it back on schedule.  This should include “warnings” of any pending impact that leadership and/or other programs should be aware of.</a:t>
            </a:r>
            <a:endParaRPr lang="en-GB" sz="8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1" name="Rectangle 20"/>
          <p:cNvSpPr/>
          <p:nvPr>
            <p:custDataLst>
              <p:tags r:id="rId16"/>
            </p:custDataLst>
          </p:nvPr>
        </p:nvSpPr>
        <p:spPr bwMode="auto">
          <a:xfrm>
            <a:off x="76200" y="4953000"/>
            <a:ext cx="1600200" cy="685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List key / critical  activities planned in the next 2 weeks. 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This should not be an exhaustive list of tasks to be performed.</a:t>
            </a:r>
          </a:p>
        </p:txBody>
      </p:sp>
      <p:sp>
        <p:nvSpPr>
          <p:cNvPr id="22" name="Rectangle 21"/>
          <p:cNvSpPr/>
          <p:nvPr>
            <p:custDataLst>
              <p:tags r:id="rId17"/>
            </p:custDataLst>
          </p:nvPr>
        </p:nvSpPr>
        <p:spPr bwMode="auto">
          <a:xfrm>
            <a:off x="6639636" y="248432"/>
            <a:ext cx="2275764" cy="203756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Update the overall RAG status from the previous reporting period and add the RAG status for this reporting period: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GB" sz="600" b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b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Red - </a:t>
            </a: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Project is not on track and has significant challenges and/or issues that materially impact the overall successful achievement of the expected outcomes. 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GB" sz="500" b="1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b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Amber – </a:t>
            </a: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Project is on track but has some significant challenges and/or issues that may materially impact the overall successful achievement of the expected outcomes. 	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b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Green </a:t>
            </a: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– Project is on track and has no significant challenges and/or issues that may materially impact the overall successful achievement of the expected outcomes, now or in the future. </a:t>
            </a:r>
            <a:r>
              <a:rPr lang="en-GB" sz="8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	</a:t>
            </a:r>
          </a:p>
        </p:txBody>
      </p:sp>
      <p:sp>
        <p:nvSpPr>
          <p:cNvPr id="23" name="Rectangle 22"/>
          <p:cNvSpPr/>
          <p:nvPr>
            <p:custDataLst>
              <p:tags r:id="rId18"/>
            </p:custDataLst>
          </p:nvPr>
        </p:nvSpPr>
        <p:spPr bwMode="auto">
          <a:xfrm>
            <a:off x="6629399" y="2362200"/>
            <a:ext cx="2275764" cy="10668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List key milestones, planned and projected </a:t>
            </a:r>
            <a:r>
              <a:rPr lang="en-GB" sz="700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dates. Include </a:t>
            </a: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RAG status for each milestone</a:t>
            </a:r>
            <a:r>
              <a:rPr lang="en-GB" sz="700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.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GB" sz="700" dirty="0" smtClean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Confidence Level Rating only applicable for Enterprise Programs.</a:t>
            </a: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endParaRPr lang="en-GB" sz="700" dirty="0">
              <a:solidFill>
                <a:srgbClr val="000000">
                  <a:lumMod val="50000"/>
                  <a:lumOff val="50000"/>
                </a:srgbClr>
              </a:solidFill>
            </a:endParaRPr>
          </a:p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Milestones should include any </a:t>
            </a:r>
            <a:r>
              <a:rPr lang="en-GB" sz="700" i="1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critical program </a:t>
            </a: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/ project-specific </a:t>
            </a:r>
            <a:r>
              <a:rPr lang="en-GB" sz="700" i="1" dirty="0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milestones </a:t>
            </a: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plus current and next phase tracking milestones.</a:t>
            </a:r>
          </a:p>
        </p:txBody>
      </p:sp>
      <p:sp>
        <p:nvSpPr>
          <p:cNvPr id="24" name="Rectangle 23"/>
          <p:cNvSpPr/>
          <p:nvPr>
            <p:custDataLst>
              <p:tags r:id="rId19"/>
            </p:custDataLst>
          </p:nvPr>
        </p:nvSpPr>
        <p:spPr bwMode="auto">
          <a:xfrm>
            <a:off x="6629400" y="3505200"/>
            <a:ext cx="2275764" cy="4572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Report only key/critical risks and mitigating actions, particularly those risks that may have significant impact, such as on other programs.</a:t>
            </a:r>
          </a:p>
        </p:txBody>
      </p:sp>
      <p:sp>
        <p:nvSpPr>
          <p:cNvPr id="25" name="Rectangle 24"/>
          <p:cNvSpPr/>
          <p:nvPr>
            <p:custDataLst>
              <p:tags r:id="rId20"/>
            </p:custDataLst>
          </p:nvPr>
        </p:nvSpPr>
        <p:spPr bwMode="auto">
          <a:xfrm>
            <a:off x="6629400" y="4038600"/>
            <a:ext cx="2275764" cy="6096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Report only key/critical issues and action being taken to resolve; includes issues that require escalation—i.e. immediate attention and assistance by leadership for resolution.</a:t>
            </a:r>
            <a:endParaRPr lang="en-GB" sz="8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6" name="Rectangle 25"/>
          <p:cNvSpPr/>
          <p:nvPr>
            <p:custDataLst>
              <p:tags r:id="rId21"/>
            </p:custDataLst>
          </p:nvPr>
        </p:nvSpPr>
        <p:spPr bwMode="auto">
          <a:xfrm>
            <a:off x="6639636" y="5181600"/>
            <a:ext cx="2275764" cy="8382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Explain reason for program/project and/or key milestones reporting Red or Amber status.  Specify:</a:t>
            </a:r>
          </a:p>
          <a:p>
            <a:pPr marL="53975" indent="-53975" defTabSz="593725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Why red/amber?</a:t>
            </a:r>
          </a:p>
          <a:p>
            <a:pPr marL="53975" indent="-53975" defTabSz="593725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What is significance? What is the impact?</a:t>
            </a:r>
          </a:p>
          <a:p>
            <a:pPr marL="53975" indent="-53975" defTabSz="593725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GB" sz="700" i="1" dirty="0">
                <a:solidFill>
                  <a:srgbClr val="000000">
                    <a:lumMod val="50000"/>
                    <a:lumOff val="50000"/>
                  </a:srgbClr>
                </a:solidFill>
              </a:rPr>
              <a:t>What mitigating actions are in place and when are they planned?</a:t>
            </a:r>
          </a:p>
        </p:txBody>
      </p:sp>
      <p:sp>
        <p:nvSpPr>
          <p:cNvPr id="31" name="Rectangle 30"/>
          <p:cNvSpPr/>
          <p:nvPr>
            <p:custDataLst>
              <p:tags r:id="rId22"/>
            </p:custDataLst>
          </p:nvPr>
        </p:nvSpPr>
        <p:spPr bwMode="auto">
          <a:xfrm>
            <a:off x="6639636" y="4724400"/>
            <a:ext cx="2275764" cy="33525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</a:pPr>
            <a:r>
              <a:rPr lang="en-GB" sz="700" dirty="0">
                <a:solidFill>
                  <a:srgbClr val="000000">
                    <a:lumMod val="50000"/>
                    <a:lumOff val="50000"/>
                  </a:srgbClr>
                </a:solidFill>
              </a:rPr>
              <a:t>List pending change requests to be approved and recommended actions.</a:t>
            </a:r>
          </a:p>
        </p:txBody>
      </p:sp>
      <p:cxnSp>
        <p:nvCxnSpPr>
          <p:cNvPr id="32" name="Straight Arrow Connector 31"/>
          <p:cNvCxnSpPr>
            <a:stCxn id="10" idx="6"/>
          </p:cNvCxnSpPr>
          <p:nvPr>
            <p:custDataLst>
              <p:tags r:id="rId23"/>
            </p:custDataLst>
          </p:nvPr>
        </p:nvCxnSpPr>
        <p:spPr bwMode="auto">
          <a:xfrm>
            <a:off x="6209446" y="1151400"/>
            <a:ext cx="419954" cy="8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>
            <a:stCxn id="11" idx="5"/>
            <a:endCxn id="23" idx="1"/>
          </p:cNvCxnSpPr>
          <p:nvPr>
            <p:custDataLst>
              <p:tags r:id="rId24"/>
            </p:custDataLst>
          </p:nvPr>
        </p:nvCxnSpPr>
        <p:spPr bwMode="auto">
          <a:xfrm>
            <a:off x="5408514" y="2548623"/>
            <a:ext cx="1220885" cy="3469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>
            <a:stCxn id="12" idx="6"/>
            <a:endCxn id="24" idx="1"/>
          </p:cNvCxnSpPr>
          <p:nvPr>
            <p:custDataLst>
              <p:tags r:id="rId25"/>
            </p:custDataLst>
          </p:nvPr>
        </p:nvCxnSpPr>
        <p:spPr bwMode="auto">
          <a:xfrm>
            <a:off x="5447446" y="3285000"/>
            <a:ext cx="1181954" cy="448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>
            <a:stCxn id="13" idx="6"/>
            <a:endCxn id="25" idx="1"/>
          </p:cNvCxnSpPr>
          <p:nvPr>
            <p:custDataLst>
              <p:tags r:id="rId26"/>
            </p:custDataLst>
          </p:nvPr>
        </p:nvCxnSpPr>
        <p:spPr bwMode="auto">
          <a:xfrm>
            <a:off x="5447446" y="4199400"/>
            <a:ext cx="1181954" cy="144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>
            <a:stCxn id="14" idx="6"/>
            <a:endCxn id="31" idx="1"/>
          </p:cNvCxnSpPr>
          <p:nvPr>
            <p:custDataLst>
              <p:tags r:id="rId27"/>
            </p:custDataLst>
          </p:nvPr>
        </p:nvCxnSpPr>
        <p:spPr bwMode="auto">
          <a:xfrm>
            <a:off x="5447446" y="4885200"/>
            <a:ext cx="1192190" cy="68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Straight Arrow Connector 36"/>
          <p:cNvCxnSpPr>
            <a:stCxn id="15" idx="6"/>
            <a:endCxn id="26" idx="1"/>
          </p:cNvCxnSpPr>
          <p:nvPr>
            <p:custDataLst>
              <p:tags r:id="rId28"/>
            </p:custDataLst>
          </p:nvPr>
        </p:nvCxnSpPr>
        <p:spPr bwMode="auto">
          <a:xfrm>
            <a:off x="5447446" y="5554200"/>
            <a:ext cx="1192190" cy="465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6" name="Straight Arrow Connector 115"/>
          <p:cNvCxnSpPr>
            <a:stCxn id="8" idx="2"/>
            <a:endCxn id="21" idx="3"/>
          </p:cNvCxnSpPr>
          <p:nvPr/>
        </p:nvCxnSpPr>
        <p:spPr>
          <a:xfrm flipH="1">
            <a:off x="1676400" y="5266200"/>
            <a:ext cx="1143000" cy="29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7" idx="2"/>
            <a:endCxn id="20" idx="3"/>
          </p:cNvCxnSpPr>
          <p:nvPr/>
        </p:nvCxnSpPr>
        <p:spPr>
          <a:xfrm flipH="1">
            <a:off x="1676400" y="4258800"/>
            <a:ext cx="1143000" cy="122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6" idx="2"/>
            <a:endCxn id="19" idx="3"/>
          </p:cNvCxnSpPr>
          <p:nvPr/>
        </p:nvCxnSpPr>
        <p:spPr>
          <a:xfrm flipH="1" flipV="1">
            <a:off x="1676400" y="3276600"/>
            <a:ext cx="1143000" cy="8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5" idx="2"/>
            <a:endCxn id="18" idx="3"/>
          </p:cNvCxnSpPr>
          <p:nvPr/>
        </p:nvCxnSpPr>
        <p:spPr>
          <a:xfrm flipH="1" flipV="1">
            <a:off x="1675707" y="2209800"/>
            <a:ext cx="1143693" cy="8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5VIkG7Aa0aOcRv3Khjj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4jmx5LWHUSGG6Y0Ym2DF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bFpb4.weESaCQNAAwX3r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989DPgVlUCDx5.SkbBAm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ybvLuxlp0.lehHz5WMqi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aGkH1bnEmqlYuym.xuQ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SiIme6WkmZsvxdr168r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l8GVhCYo0ul12Ph7mRDp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boEUbGEZUm1v08mIWZLf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y2yBph2kyZagGfncA_0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0RIwHNel0acyro5gDenu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4isg4H45EOXOWBV9RoGf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A6paWIfBEukTsE1KiRS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BOnx0saNkKrNHbWtrx7N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9P4QeTW50aFXONG8ZzsM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EhbY.Qfm0uUiu5Bx1OAl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JIOUVY2kUuas2Ya7EkWj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yirP8NfUmqQVqMrumfW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yU4r7g5C0SMwDEdrhQpV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6snfgW8tkWrMl85DuzgK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qtognydkym9OYEaC3cB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co24ddKQEu5CoTD777hE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oDCIyl0OkiBveyX1dcT8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Rde54vcUSPqLLb51NNH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9V8riaD30SeUqiBKXBjm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Fl4.WA9TUCGHbFyFV5qU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2Sf0G5bJkqF7XuDl2TZgQ"/>
</p:tagLst>
</file>

<file path=ppt/theme/theme1.xml><?xml version="1.0" encoding="utf-8"?>
<a:theme xmlns:a="http://schemas.openxmlformats.org/drawingml/2006/main" name="EY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MSIBM-2-11161</_dlc_DocId>
    <_dlc_DocIdUrl xmlns="0cbe1240-e4fe-486d-8edc-2712abb96eb4">
      <Url>http://sp.ey.net/msibm/_layouts/DocIdRedir.aspx?ID=MSIBM-2-11161</Url>
      <Description>MSIBM-2-11161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57C8AC9CBE1E41A2102A222EC3580A" ma:contentTypeVersion="4" ma:contentTypeDescription="Create a new document." ma:contentTypeScope="" ma:versionID="da27568028ef3dd89981a1e295bea7f6">
  <xsd:schema xmlns:xsd="http://www.w3.org/2001/XMLSchema" xmlns:xs="http://www.w3.org/2001/XMLSchema" xmlns:p="http://schemas.microsoft.com/office/2006/metadata/properties" xmlns:ns2="http://schemas.microsoft.com/sharepoint/v4" xmlns:ns3="0cbe1240-e4fe-486d-8edc-2712abb96eb4" targetNamespace="http://schemas.microsoft.com/office/2006/metadata/properties" ma:root="true" ma:fieldsID="4ca9ef44ada71ae000a4be022f59c04d" ns2:_="" ns3:_="">
    <xsd:import namespace="http://schemas.microsoft.com/sharepoint/v4"/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F6D9DA-83F0-46F0-B454-6E631E5B5864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0cbe1240-e4fe-486d-8edc-2712abb96eb4"/>
  </ds:schemaRefs>
</ds:datastoreItem>
</file>

<file path=customXml/itemProps2.xml><?xml version="1.0" encoding="utf-8"?>
<ds:datastoreItem xmlns:ds="http://schemas.openxmlformats.org/officeDocument/2006/customXml" ds:itemID="{19F37A4B-2F49-415A-96EA-A55550191C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EFEB16-4EC5-4284-B3F3-C43AF1399A1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B8E4F80-65DF-4E65-8E91-5A47A4255D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358</Words>
  <Application>Microsoft Office PowerPoint</Application>
  <PresentationFormat>On-screen Show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EY</vt:lpstr>
      <vt:lpstr>think-cell Slide</vt:lpstr>
      <vt:lpstr>Status report guidance  April, 2012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Proposed status report guidance</dc:title>
  <dc:creator> B. Fernandez</dc:creator>
  <cp:lastModifiedBy>Wale Agbaje</cp:lastModifiedBy>
  <cp:revision>15</cp:revision>
  <dcterms:created xsi:type="dcterms:W3CDTF">2012-04-24T15:22:22Z</dcterms:created>
  <dcterms:modified xsi:type="dcterms:W3CDTF">2012-09-04T08:21:50Z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0x010100D957C8AC9CBE1E41A2102A222EC3580A</vt:lpwstr>
  </property>
  <property fmtid="{D5CDD505-2E9C-101B-9397-08002B2CF9AE}" pid="3" name="_dlc_DocIdItemGuid">
    <vt:lpwstr>1b9672f2-2517-45ca-85d2-1a1ecec8995c</vt:lpwstr>
  </property>
</Properties>
</file>